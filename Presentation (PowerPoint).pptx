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32"/>
  </p:notesMasterIdLst>
  <p:sldIdLst>
    <p:sldId id="256" r:id="rId2"/>
    <p:sldId id="260" r:id="rId3"/>
    <p:sldId id="316" r:id="rId4"/>
    <p:sldId id="317" r:id="rId5"/>
    <p:sldId id="318" r:id="rId6"/>
    <p:sldId id="268" r:id="rId7"/>
    <p:sldId id="319" r:id="rId8"/>
    <p:sldId id="320" r:id="rId9"/>
    <p:sldId id="336" r:id="rId10"/>
    <p:sldId id="278" r:id="rId11"/>
    <p:sldId id="312" r:id="rId12"/>
    <p:sldId id="261" r:id="rId13"/>
    <p:sldId id="313" r:id="rId14"/>
    <p:sldId id="277" r:id="rId15"/>
    <p:sldId id="314" r:id="rId16"/>
    <p:sldId id="315" r:id="rId17"/>
    <p:sldId id="321" r:id="rId18"/>
    <p:sldId id="328" r:id="rId19"/>
    <p:sldId id="332" r:id="rId20"/>
    <p:sldId id="337" r:id="rId21"/>
    <p:sldId id="330" r:id="rId22"/>
    <p:sldId id="323" r:id="rId23"/>
    <p:sldId id="322" r:id="rId24"/>
    <p:sldId id="327" r:id="rId25"/>
    <p:sldId id="329" r:id="rId26"/>
    <p:sldId id="333" r:id="rId27"/>
    <p:sldId id="335" r:id="rId28"/>
    <p:sldId id="284" r:id="rId29"/>
    <p:sldId id="258" r:id="rId30"/>
    <p:sldId id="290" r:id="rId31"/>
  </p:sldIdLst>
  <p:sldSz cx="9144000" cy="5143500" type="screen16x9"/>
  <p:notesSz cx="6858000" cy="9144000"/>
  <p:embeddedFontLst>
    <p:embeddedFont>
      <p:font typeface="Montserrat" pitchFamily="2" charset="77"/>
      <p:regular r:id="rId33"/>
      <p:bold r:id="rId34"/>
      <p:italic r:id="rId35"/>
      <p:boldItalic r:id="rId36"/>
    </p:embeddedFont>
    <p:embeddedFont>
      <p:font typeface="Nunito Light" panose="020F0302020204030204" pitchFamily="34" charset="0"/>
      <p:regular r:id="rId37"/>
      <p: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4E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AFE98A-DD0C-A54F-BAF8-EAAFECC8F381}" v="1" dt="2024-12-10T13:14:37.217"/>
  </p1510:revLst>
</p1510:revInfo>
</file>

<file path=ppt/tableStyles.xml><?xml version="1.0" encoding="utf-8"?>
<a:tblStyleLst xmlns:a="http://schemas.openxmlformats.org/drawingml/2006/main" def="{1C772561-F7B1-44E1-95AE-6405105F3D58}">
  <a:tblStyle styleId="{1C772561-F7B1-44E1-95AE-6405105F3D5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3D53311-A2B8-48B0-9168-808D38088EE9}"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65"/>
    <p:restoredTop sz="94762"/>
  </p:normalViewPr>
  <p:slideViewPr>
    <p:cSldViewPr snapToGrid="0" snapToObjects="1">
      <p:cViewPr varScale="1">
        <p:scale>
          <a:sx n="112" d="100"/>
          <a:sy n="112" d="100"/>
        </p:scale>
        <p:origin x="88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ASHA SAQUIB" userId="14c127ee-3564-412a-9231-67bcf1cdf35c" providerId="ADAL" clId="{3BAFE98A-DD0C-A54F-BAF8-EAAFECC8F381}"/>
    <pc:docChg chg="undo custSel addSld delSld modSld sldOrd">
      <pc:chgData name="AYASHA SAQUIB" userId="14c127ee-3564-412a-9231-67bcf1cdf35c" providerId="ADAL" clId="{3BAFE98A-DD0C-A54F-BAF8-EAAFECC8F381}" dt="2024-12-10T13:15:34.810" v="27" actId="404"/>
      <pc:docMkLst>
        <pc:docMk/>
      </pc:docMkLst>
      <pc:sldChg chg="modSp del mod">
        <pc:chgData name="AYASHA SAQUIB" userId="14c127ee-3564-412a-9231-67bcf1cdf35c" providerId="ADAL" clId="{3BAFE98A-DD0C-A54F-BAF8-EAAFECC8F381}" dt="2024-12-10T13:14:08.455" v="23" actId="2696"/>
        <pc:sldMkLst>
          <pc:docMk/>
          <pc:sldMk cId="138200421" sldId="257"/>
        </pc:sldMkLst>
        <pc:spChg chg="mod">
          <ac:chgData name="AYASHA SAQUIB" userId="14c127ee-3564-412a-9231-67bcf1cdf35c" providerId="ADAL" clId="{3BAFE98A-DD0C-A54F-BAF8-EAAFECC8F381}" dt="2024-12-10T13:13:49.640" v="11" actId="20577"/>
          <ac:spMkLst>
            <pc:docMk/>
            <pc:sldMk cId="138200421" sldId="257"/>
            <ac:spMk id="2" creationId="{78D5D385-C619-991B-C5FC-16C0A7AB3068}"/>
          </ac:spMkLst>
        </pc:spChg>
      </pc:sldChg>
      <pc:sldChg chg="add ord">
        <pc:chgData name="AYASHA SAQUIB" userId="14c127ee-3564-412a-9231-67bcf1cdf35c" providerId="ADAL" clId="{3BAFE98A-DD0C-A54F-BAF8-EAAFECC8F381}" dt="2024-12-10T13:14:39.531" v="25" actId="20578"/>
        <pc:sldMkLst>
          <pc:docMk/>
          <pc:sldMk cId="3326951200" sldId="258"/>
        </pc:sldMkLst>
      </pc:sldChg>
      <pc:sldChg chg="modSp mod">
        <pc:chgData name="AYASHA SAQUIB" userId="14c127ee-3564-412a-9231-67bcf1cdf35c" providerId="ADAL" clId="{3BAFE98A-DD0C-A54F-BAF8-EAAFECC8F381}" dt="2024-12-10T13:13:59.488" v="22" actId="20577"/>
        <pc:sldMkLst>
          <pc:docMk/>
          <pc:sldMk cId="0" sldId="284"/>
        </pc:sldMkLst>
        <pc:spChg chg="mod">
          <ac:chgData name="AYASHA SAQUIB" userId="14c127ee-3564-412a-9231-67bcf1cdf35c" providerId="ADAL" clId="{3BAFE98A-DD0C-A54F-BAF8-EAAFECC8F381}" dt="2024-12-10T13:13:59.488" v="22" actId="20577"/>
          <ac:spMkLst>
            <pc:docMk/>
            <pc:sldMk cId="0" sldId="284"/>
            <ac:spMk id="798" creationId="{00000000-0000-0000-0000-000000000000}"/>
          </ac:spMkLst>
        </pc:spChg>
      </pc:sldChg>
      <pc:sldChg chg="modSp mod">
        <pc:chgData name="AYASHA SAQUIB" userId="14c127ee-3564-412a-9231-67bcf1cdf35c" providerId="ADAL" clId="{3BAFE98A-DD0C-A54F-BAF8-EAAFECC8F381}" dt="2024-12-10T13:15:34.810" v="27" actId="404"/>
        <pc:sldMkLst>
          <pc:docMk/>
          <pc:sldMk cId="1197969649" sldId="333"/>
        </pc:sldMkLst>
        <pc:spChg chg="mod">
          <ac:chgData name="AYASHA SAQUIB" userId="14c127ee-3564-412a-9231-67bcf1cdf35c" providerId="ADAL" clId="{3BAFE98A-DD0C-A54F-BAF8-EAAFECC8F381}" dt="2024-12-10T13:15:34.810" v="27" actId="404"/>
          <ac:spMkLst>
            <pc:docMk/>
            <pc:sldMk cId="1197969649" sldId="333"/>
            <ac:spMk id="326" creationId="{4EC5D368-93D5-5D52-791D-9CD68C7E77D0}"/>
          </ac:spMkLst>
        </pc:spChg>
      </pc:sldChg>
      <pc:sldMasterChg chg="delSldLayout">
        <pc:chgData name="AYASHA SAQUIB" userId="14c127ee-3564-412a-9231-67bcf1cdf35c" providerId="ADAL" clId="{3BAFE98A-DD0C-A54F-BAF8-EAAFECC8F381}" dt="2024-12-10T13:14:08.455" v="23" actId="2696"/>
        <pc:sldMasterMkLst>
          <pc:docMk/>
          <pc:sldMasterMk cId="0" sldId="2147483682"/>
        </pc:sldMasterMkLst>
        <pc:sldLayoutChg chg="del">
          <pc:chgData name="AYASHA SAQUIB" userId="14c127ee-3564-412a-9231-67bcf1cdf35c" providerId="ADAL" clId="{3BAFE98A-DD0C-A54F-BAF8-EAAFECC8F381}" dt="2024-12-10T13:14:08.455" v="23" actId="2696"/>
          <pc:sldLayoutMkLst>
            <pc:docMk/>
            <pc:sldMasterMk cId="0" sldId="2147483682"/>
            <pc:sldLayoutMk cId="710472350" sldId="214748368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2" name="Google Shape;252;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54dda1946d_6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54dda1946d_6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a:extLst>
            <a:ext uri="{FF2B5EF4-FFF2-40B4-BE49-F238E27FC236}">
              <a16:creationId xmlns:a16="http://schemas.microsoft.com/office/drawing/2014/main" id="{E4FE91FF-1B35-B0FF-7A75-49A3AF16E4CE}"/>
            </a:ext>
          </a:extLst>
        </p:cNvPr>
        <p:cNvGrpSpPr/>
        <p:nvPr/>
      </p:nvGrpSpPr>
      <p:grpSpPr>
        <a:xfrm>
          <a:off x="0" y="0"/>
          <a:ext cx="0" cy="0"/>
          <a:chOff x="0" y="0"/>
          <a:chExt cx="0" cy="0"/>
        </a:xfrm>
      </p:grpSpPr>
      <p:sp>
        <p:nvSpPr>
          <p:cNvPr id="323" name="Google Shape;323;g54dda1946d_6_308:notes">
            <a:extLst>
              <a:ext uri="{FF2B5EF4-FFF2-40B4-BE49-F238E27FC236}">
                <a16:creationId xmlns:a16="http://schemas.microsoft.com/office/drawing/2014/main" id="{BCB7790C-3633-CDAA-6E45-952D3A692A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54dda1946d_6_308:notes">
            <a:extLst>
              <a:ext uri="{FF2B5EF4-FFF2-40B4-BE49-F238E27FC236}">
                <a16:creationId xmlns:a16="http://schemas.microsoft.com/office/drawing/2014/main" id="{B636F01A-A2B6-03EC-3776-A14E296CE9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2188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7" name="Google Shape;687;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7346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63999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54dda1946d_4_2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54dda1946d_4_2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54dda1946d_4_2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54dda1946d_4_2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36206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54dda1946d_4_2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54dda1946d_4_2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5489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72198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a:extLst>
            <a:ext uri="{FF2B5EF4-FFF2-40B4-BE49-F238E27FC236}">
              <a16:creationId xmlns:a16="http://schemas.microsoft.com/office/drawing/2014/main" id="{A7D0C36C-2B88-8138-8677-AEE357BB3BB0}"/>
            </a:ext>
          </a:extLst>
        </p:cNvPr>
        <p:cNvGrpSpPr/>
        <p:nvPr/>
      </p:nvGrpSpPr>
      <p:grpSpPr>
        <a:xfrm>
          <a:off x="0" y="0"/>
          <a:ext cx="0" cy="0"/>
          <a:chOff x="0" y="0"/>
          <a:chExt cx="0" cy="0"/>
        </a:xfrm>
      </p:grpSpPr>
      <p:sp>
        <p:nvSpPr>
          <p:cNvPr id="323" name="Google Shape;323;g54dda1946d_6_308:notes">
            <a:extLst>
              <a:ext uri="{FF2B5EF4-FFF2-40B4-BE49-F238E27FC236}">
                <a16:creationId xmlns:a16="http://schemas.microsoft.com/office/drawing/2014/main" id="{8C61CC4D-8CC9-9FF5-DF14-CC7A1E9725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54dda1946d_6_308:notes">
            <a:extLst>
              <a:ext uri="{FF2B5EF4-FFF2-40B4-BE49-F238E27FC236}">
                <a16:creationId xmlns:a16="http://schemas.microsoft.com/office/drawing/2014/main" id="{E72D9B5A-0DBE-2226-35C2-EF1BAA08C4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34012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a:extLst>
            <a:ext uri="{FF2B5EF4-FFF2-40B4-BE49-F238E27FC236}">
              <a16:creationId xmlns:a16="http://schemas.microsoft.com/office/drawing/2014/main" id="{1234900B-F6B7-E1ED-D3CF-3C37A11F7B99}"/>
            </a:ext>
          </a:extLst>
        </p:cNvPr>
        <p:cNvGrpSpPr/>
        <p:nvPr/>
      </p:nvGrpSpPr>
      <p:grpSpPr>
        <a:xfrm>
          <a:off x="0" y="0"/>
          <a:ext cx="0" cy="0"/>
          <a:chOff x="0" y="0"/>
          <a:chExt cx="0" cy="0"/>
        </a:xfrm>
      </p:grpSpPr>
      <p:sp>
        <p:nvSpPr>
          <p:cNvPr id="374" name="Google Shape;374;g54dda1946d_6_344:notes">
            <a:extLst>
              <a:ext uri="{FF2B5EF4-FFF2-40B4-BE49-F238E27FC236}">
                <a16:creationId xmlns:a16="http://schemas.microsoft.com/office/drawing/2014/main" id="{555A7F8C-50BC-290B-9A59-E4EFCE3991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54dda1946d_6_344:notes">
            <a:extLst>
              <a:ext uri="{FF2B5EF4-FFF2-40B4-BE49-F238E27FC236}">
                <a16:creationId xmlns:a16="http://schemas.microsoft.com/office/drawing/2014/main" id="{9616E1EB-2368-AB33-3D68-E89121F9D4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6216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a:extLst>
            <a:ext uri="{FF2B5EF4-FFF2-40B4-BE49-F238E27FC236}">
              <a16:creationId xmlns:a16="http://schemas.microsoft.com/office/drawing/2014/main" id="{B080AD50-71F5-8B7A-FB3A-478733EA86BE}"/>
            </a:ext>
          </a:extLst>
        </p:cNvPr>
        <p:cNvGrpSpPr/>
        <p:nvPr/>
      </p:nvGrpSpPr>
      <p:grpSpPr>
        <a:xfrm>
          <a:off x="0" y="0"/>
          <a:ext cx="0" cy="0"/>
          <a:chOff x="0" y="0"/>
          <a:chExt cx="0" cy="0"/>
        </a:xfrm>
      </p:grpSpPr>
      <p:sp>
        <p:nvSpPr>
          <p:cNvPr id="323" name="Google Shape;323;g54dda1946d_6_308:notes">
            <a:extLst>
              <a:ext uri="{FF2B5EF4-FFF2-40B4-BE49-F238E27FC236}">
                <a16:creationId xmlns:a16="http://schemas.microsoft.com/office/drawing/2014/main" id="{060C1717-65FE-A3F2-D2AB-C94F7D71E8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54dda1946d_6_308:notes">
            <a:extLst>
              <a:ext uri="{FF2B5EF4-FFF2-40B4-BE49-F238E27FC236}">
                <a16:creationId xmlns:a16="http://schemas.microsoft.com/office/drawing/2014/main" id="{F7B3F07C-F635-3329-6136-8156FBC1CF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71395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27d81544760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6" name="Google Shape;796;g27d81544760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5" name="Google Shape;915;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641314"/>
            <a:ext cx="4995600" cy="13851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026386"/>
            <a:ext cx="49956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13225" y="2458613"/>
            <a:ext cx="5067600" cy="8553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713225" y="1456263"/>
            <a:ext cx="1652100" cy="9159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60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txBox="1">
            <a:spLocks noGrp="1"/>
          </p:cNvSpPr>
          <p:nvPr>
            <p:ph type="subTitle" idx="1"/>
          </p:nvPr>
        </p:nvSpPr>
        <p:spPr>
          <a:xfrm>
            <a:off x="713225" y="3312238"/>
            <a:ext cx="5067600" cy="375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720000" y="794963"/>
            <a:ext cx="4294800" cy="12552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7" name="Google Shape;47;p7"/>
          <p:cNvSpPr txBox="1">
            <a:spLocks noGrp="1"/>
          </p:cNvSpPr>
          <p:nvPr>
            <p:ph type="subTitle" idx="1"/>
          </p:nvPr>
        </p:nvSpPr>
        <p:spPr>
          <a:xfrm>
            <a:off x="720000" y="2050238"/>
            <a:ext cx="4294800" cy="22983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9"/>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74"/>
        <p:cNvGrpSpPr/>
        <p:nvPr/>
      </p:nvGrpSpPr>
      <p:grpSpPr>
        <a:xfrm>
          <a:off x="0" y="0"/>
          <a:ext cx="0" cy="0"/>
          <a:chOff x="0" y="0"/>
          <a:chExt cx="0" cy="0"/>
        </a:xfrm>
      </p:grpSpPr>
      <p:sp>
        <p:nvSpPr>
          <p:cNvPr id="75" name="Google Shape;75;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76" name="Google Shape;76;p14"/>
          <p:cNvGrpSpPr/>
          <p:nvPr/>
        </p:nvGrpSpPr>
        <p:grpSpPr>
          <a:xfrm>
            <a:off x="0" y="-25"/>
            <a:ext cx="365400" cy="5143425"/>
            <a:chOff x="0" y="-25"/>
            <a:chExt cx="365400" cy="5143425"/>
          </a:xfrm>
        </p:grpSpPr>
        <p:sp>
          <p:nvSpPr>
            <p:cNvPr id="77" name="Google Shape;77;p14"/>
            <p:cNvSpPr/>
            <p:nvPr/>
          </p:nvSpPr>
          <p:spPr>
            <a:xfrm>
              <a:off x="0" y="1339775"/>
              <a:ext cx="365400" cy="6711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4"/>
            <p:cNvSpPr/>
            <p:nvPr/>
          </p:nvSpPr>
          <p:spPr>
            <a:xfrm>
              <a:off x="0" y="2010875"/>
              <a:ext cx="365400" cy="25932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4"/>
            <p:cNvSpPr/>
            <p:nvPr/>
          </p:nvSpPr>
          <p:spPr>
            <a:xfrm>
              <a:off x="0" y="-25"/>
              <a:ext cx="365400" cy="1339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4"/>
            <p:cNvSpPr/>
            <p:nvPr/>
          </p:nvSpPr>
          <p:spPr>
            <a:xfrm>
              <a:off x="0" y="4604000"/>
              <a:ext cx="365400" cy="5394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 name="Google Shape;81;p14"/>
          <p:cNvGrpSpPr/>
          <p:nvPr/>
        </p:nvGrpSpPr>
        <p:grpSpPr>
          <a:xfrm>
            <a:off x="-121833" y="1071248"/>
            <a:ext cx="1092796" cy="3950142"/>
            <a:chOff x="-121833" y="1071248"/>
            <a:chExt cx="1092796" cy="3950142"/>
          </a:xfrm>
        </p:grpSpPr>
        <p:pic>
          <p:nvPicPr>
            <p:cNvPr id="82" name="Google Shape;82;p14"/>
            <p:cNvPicPr preferRelativeResize="0"/>
            <p:nvPr/>
          </p:nvPicPr>
          <p:blipFill>
            <a:blip r:embed="rId2">
              <a:alphaModFix/>
            </a:blip>
            <a:stretch>
              <a:fillRect/>
            </a:stretch>
          </p:blipFill>
          <p:spPr>
            <a:xfrm>
              <a:off x="222373" y="1071248"/>
              <a:ext cx="421241" cy="475800"/>
            </a:xfrm>
            <a:prstGeom prst="rect">
              <a:avLst/>
            </a:prstGeom>
            <a:noFill/>
            <a:ln>
              <a:noFill/>
            </a:ln>
            <a:effectLst>
              <a:outerShdw blurRad="57150" dist="19050" dir="5400000" algn="bl" rotWithShape="0">
                <a:schemeClr val="dk1">
                  <a:alpha val="50000"/>
                </a:schemeClr>
              </a:outerShdw>
            </a:effectLst>
          </p:spPr>
        </p:pic>
        <p:pic>
          <p:nvPicPr>
            <p:cNvPr id="83" name="Google Shape;83;p14"/>
            <p:cNvPicPr preferRelativeResize="0"/>
            <p:nvPr/>
          </p:nvPicPr>
          <p:blipFill>
            <a:blip r:embed="rId3">
              <a:alphaModFix/>
            </a:blip>
            <a:stretch>
              <a:fillRect/>
            </a:stretch>
          </p:blipFill>
          <p:spPr>
            <a:xfrm>
              <a:off x="56825" y="1802725"/>
              <a:ext cx="421250" cy="426857"/>
            </a:xfrm>
            <a:prstGeom prst="rect">
              <a:avLst/>
            </a:prstGeom>
            <a:noFill/>
            <a:ln>
              <a:noFill/>
            </a:ln>
            <a:effectLst>
              <a:outerShdw blurRad="57150" dist="19050" dir="5400000" algn="bl" rotWithShape="0">
                <a:schemeClr val="dk1">
                  <a:alpha val="50000"/>
                </a:schemeClr>
              </a:outerShdw>
            </a:effectLst>
          </p:spPr>
        </p:pic>
        <p:pic>
          <p:nvPicPr>
            <p:cNvPr id="84" name="Google Shape;84;p14"/>
            <p:cNvPicPr preferRelativeResize="0"/>
            <p:nvPr/>
          </p:nvPicPr>
          <p:blipFill>
            <a:blip r:embed="rId4">
              <a:alphaModFix/>
            </a:blip>
            <a:stretch>
              <a:fillRect/>
            </a:stretch>
          </p:blipFill>
          <p:spPr>
            <a:xfrm rot="704596">
              <a:off x="38065" y="3309226"/>
              <a:ext cx="773001" cy="1650776"/>
            </a:xfrm>
            <a:prstGeom prst="rect">
              <a:avLst/>
            </a:prstGeom>
            <a:noFill/>
            <a:ln>
              <a:noFill/>
            </a:ln>
            <a:effectLst>
              <a:outerShdw blurRad="57150" dist="19050" dir="5400000" algn="bl" rotWithShape="0">
                <a:schemeClr val="dk1">
                  <a:alpha val="50000"/>
                </a:schemeClr>
              </a:outerShdw>
            </a:effectLst>
          </p:spPr>
        </p:pic>
        <p:pic>
          <p:nvPicPr>
            <p:cNvPr id="85" name="Google Shape;85;p14"/>
            <p:cNvPicPr preferRelativeResize="0"/>
            <p:nvPr/>
          </p:nvPicPr>
          <p:blipFill>
            <a:blip r:embed="rId2">
              <a:alphaModFix/>
            </a:blip>
            <a:stretch>
              <a:fillRect/>
            </a:stretch>
          </p:blipFill>
          <p:spPr>
            <a:xfrm rot="5703168">
              <a:off x="121431" y="2549970"/>
              <a:ext cx="405259" cy="457711"/>
            </a:xfrm>
            <a:prstGeom prst="rect">
              <a:avLst/>
            </a:prstGeom>
            <a:noFill/>
            <a:ln>
              <a:noFill/>
            </a:ln>
            <a:effectLst>
              <a:outerShdw blurRad="57150" dist="19050" dir="5400000" algn="bl" rotWithShape="0">
                <a:schemeClr val="dk1">
                  <a:alpha val="50000"/>
                </a:schemeClr>
              </a:outerShdw>
            </a:effectLst>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98"/>
        <p:cNvGrpSpPr/>
        <p:nvPr/>
      </p:nvGrpSpPr>
      <p:grpSpPr>
        <a:xfrm>
          <a:off x="0" y="0"/>
          <a:ext cx="0" cy="0"/>
          <a:chOff x="0" y="0"/>
          <a:chExt cx="0" cy="0"/>
        </a:xfrm>
      </p:grpSpPr>
      <p:grpSp>
        <p:nvGrpSpPr>
          <p:cNvPr id="99" name="Google Shape;99;p16"/>
          <p:cNvGrpSpPr/>
          <p:nvPr/>
        </p:nvGrpSpPr>
        <p:grpSpPr>
          <a:xfrm>
            <a:off x="8430775" y="-21400"/>
            <a:ext cx="713100" cy="5164850"/>
            <a:chOff x="8430775" y="-21400"/>
            <a:chExt cx="713100" cy="5164850"/>
          </a:xfrm>
        </p:grpSpPr>
        <p:sp>
          <p:nvSpPr>
            <p:cNvPr id="100" name="Google Shape;100;p16"/>
            <p:cNvSpPr/>
            <p:nvPr/>
          </p:nvSpPr>
          <p:spPr>
            <a:xfrm>
              <a:off x="8430775" y="-21400"/>
              <a:ext cx="713100" cy="1754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6"/>
            <p:cNvSpPr/>
            <p:nvPr/>
          </p:nvSpPr>
          <p:spPr>
            <a:xfrm>
              <a:off x="8430775" y="1733350"/>
              <a:ext cx="713100" cy="3410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 name="Google Shape;102;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03" name="Google Shape;103;p16"/>
          <p:cNvGrpSpPr/>
          <p:nvPr/>
        </p:nvGrpSpPr>
        <p:grpSpPr>
          <a:xfrm>
            <a:off x="7406030" y="1086425"/>
            <a:ext cx="2296939" cy="3604163"/>
            <a:chOff x="7406030" y="1086425"/>
            <a:chExt cx="2296939" cy="3604163"/>
          </a:xfrm>
        </p:grpSpPr>
        <p:pic>
          <p:nvPicPr>
            <p:cNvPr id="104" name="Google Shape;104;p16"/>
            <p:cNvPicPr preferRelativeResize="0"/>
            <p:nvPr/>
          </p:nvPicPr>
          <p:blipFill>
            <a:blip r:embed="rId2">
              <a:alphaModFix/>
            </a:blip>
            <a:stretch>
              <a:fillRect/>
            </a:stretch>
          </p:blipFill>
          <p:spPr>
            <a:xfrm rot="7737856">
              <a:off x="7813018" y="2684948"/>
              <a:ext cx="1482963" cy="1754764"/>
            </a:xfrm>
            <a:prstGeom prst="rect">
              <a:avLst/>
            </a:prstGeom>
            <a:noFill/>
            <a:ln>
              <a:noFill/>
            </a:ln>
            <a:effectLst>
              <a:outerShdw blurRad="57150" dist="19050" dir="5400000" algn="bl" rotWithShape="0">
                <a:schemeClr val="dk1">
                  <a:alpha val="50000"/>
                </a:schemeClr>
              </a:outerShdw>
            </a:effectLst>
          </p:spPr>
        </p:pic>
        <p:pic>
          <p:nvPicPr>
            <p:cNvPr id="105" name="Google Shape;105;p16"/>
            <p:cNvPicPr preferRelativeResize="0"/>
            <p:nvPr/>
          </p:nvPicPr>
          <p:blipFill>
            <a:blip r:embed="rId3">
              <a:alphaModFix/>
            </a:blip>
            <a:stretch>
              <a:fillRect/>
            </a:stretch>
          </p:blipFill>
          <p:spPr>
            <a:xfrm>
              <a:off x="8319725" y="1086425"/>
              <a:ext cx="393200" cy="398434"/>
            </a:xfrm>
            <a:prstGeom prst="rect">
              <a:avLst/>
            </a:prstGeom>
            <a:noFill/>
            <a:ln>
              <a:noFill/>
            </a:ln>
            <a:effectLst>
              <a:outerShdw blurRad="57150" dist="19050" dir="5400000" algn="bl" rotWithShape="0">
                <a:schemeClr val="dk1">
                  <a:alpha val="50000"/>
                </a:schemeClr>
              </a:outerShdw>
            </a:effectLst>
          </p:spPr>
        </p:pic>
        <p:pic>
          <p:nvPicPr>
            <p:cNvPr id="106" name="Google Shape;106;p16"/>
            <p:cNvPicPr preferRelativeResize="0"/>
            <p:nvPr/>
          </p:nvPicPr>
          <p:blipFill>
            <a:blip r:embed="rId4">
              <a:alphaModFix/>
            </a:blip>
            <a:stretch>
              <a:fillRect/>
            </a:stretch>
          </p:blipFill>
          <p:spPr>
            <a:xfrm>
              <a:off x="8590725" y="2090648"/>
              <a:ext cx="393200" cy="444100"/>
            </a:xfrm>
            <a:prstGeom prst="rect">
              <a:avLst/>
            </a:prstGeom>
            <a:noFill/>
            <a:ln>
              <a:noFill/>
            </a:ln>
            <a:effectLst>
              <a:outerShdw blurRad="57150" dist="19050" dir="5400000" algn="bl" rotWithShape="0">
                <a:schemeClr val="dk1">
                  <a:alpha val="50000"/>
                </a:schemeClr>
              </a:outerShdw>
            </a:effectLst>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4">
  <p:cSld name="CUSTOM_10_1_1_1">
    <p:spTree>
      <p:nvGrpSpPr>
        <p:cNvPr id="1" name="Shape 107"/>
        <p:cNvGrpSpPr/>
        <p:nvPr/>
      </p:nvGrpSpPr>
      <p:grpSpPr>
        <a:xfrm>
          <a:off x="0" y="0"/>
          <a:ext cx="0" cy="0"/>
          <a:chOff x="0" y="0"/>
          <a:chExt cx="0" cy="0"/>
        </a:xfrm>
      </p:grpSpPr>
      <p:sp>
        <p:nvSpPr>
          <p:cNvPr id="108" name="Google Shape;108;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9" name="Google Shape;109;p17"/>
          <p:cNvSpPr/>
          <p:nvPr/>
        </p:nvSpPr>
        <p:spPr>
          <a:xfrm>
            <a:off x="8798350" y="0"/>
            <a:ext cx="345600" cy="29325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7"/>
          <p:cNvSpPr/>
          <p:nvPr/>
        </p:nvSpPr>
        <p:spPr>
          <a:xfrm>
            <a:off x="8798350" y="2932450"/>
            <a:ext cx="345600" cy="22110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7"/>
          <p:cNvGrpSpPr/>
          <p:nvPr/>
        </p:nvGrpSpPr>
        <p:grpSpPr>
          <a:xfrm>
            <a:off x="8000950" y="94174"/>
            <a:ext cx="1886525" cy="4897624"/>
            <a:chOff x="8000950" y="94174"/>
            <a:chExt cx="1886525" cy="4897624"/>
          </a:xfrm>
        </p:grpSpPr>
        <p:pic>
          <p:nvPicPr>
            <p:cNvPr id="112" name="Google Shape;112;p17"/>
            <p:cNvPicPr preferRelativeResize="0"/>
            <p:nvPr/>
          </p:nvPicPr>
          <p:blipFill>
            <a:blip r:embed="rId2">
              <a:alphaModFix/>
            </a:blip>
            <a:stretch>
              <a:fillRect/>
            </a:stretch>
          </p:blipFill>
          <p:spPr>
            <a:xfrm rot="-4297128">
              <a:off x="8043541" y="473261"/>
              <a:ext cx="1801343" cy="1389377"/>
            </a:xfrm>
            <a:prstGeom prst="rect">
              <a:avLst/>
            </a:prstGeom>
            <a:noFill/>
            <a:ln>
              <a:noFill/>
            </a:ln>
            <a:effectLst>
              <a:outerShdw blurRad="57150" dist="19050" dir="5400000" algn="bl" rotWithShape="0">
                <a:schemeClr val="dk1">
                  <a:alpha val="50000"/>
                </a:schemeClr>
              </a:outerShdw>
            </a:effectLst>
          </p:spPr>
        </p:pic>
        <p:pic>
          <p:nvPicPr>
            <p:cNvPr id="113" name="Google Shape;113;p17"/>
            <p:cNvPicPr preferRelativeResize="0"/>
            <p:nvPr/>
          </p:nvPicPr>
          <p:blipFill>
            <a:blip r:embed="rId3">
              <a:alphaModFix/>
            </a:blip>
            <a:stretch>
              <a:fillRect/>
            </a:stretch>
          </p:blipFill>
          <p:spPr>
            <a:xfrm>
              <a:off x="8678750" y="3671150"/>
              <a:ext cx="345600" cy="350200"/>
            </a:xfrm>
            <a:prstGeom prst="rect">
              <a:avLst/>
            </a:prstGeom>
            <a:noFill/>
            <a:ln>
              <a:noFill/>
            </a:ln>
            <a:effectLst>
              <a:outerShdw blurRad="57150" dist="19050" dir="5400000" algn="bl" rotWithShape="0">
                <a:schemeClr val="dk1">
                  <a:alpha val="50000"/>
                </a:schemeClr>
              </a:outerShdw>
            </a:effectLst>
          </p:spPr>
        </p:pic>
        <p:pic>
          <p:nvPicPr>
            <p:cNvPr id="114" name="Google Shape;114;p17"/>
            <p:cNvPicPr preferRelativeResize="0"/>
            <p:nvPr/>
          </p:nvPicPr>
          <p:blipFill>
            <a:blip r:embed="rId4">
              <a:alphaModFix/>
            </a:blip>
            <a:stretch>
              <a:fillRect/>
            </a:stretch>
          </p:blipFill>
          <p:spPr>
            <a:xfrm>
              <a:off x="8640913" y="2635923"/>
              <a:ext cx="421262" cy="475800"/>
            </a:xfrm>
            <a:prstGeom prst="rect">
              <a:avLst/>
            </a:prstGeom>
            <a:noFill/>
            <a:ln>
              <a:noFill/>
            </a:ln>
            <a:effectLst>
              <a:outerShdw blurRad="57150" dist="19050" dir="5400000" algn="bl" rotWithShape="0">
                <a:schemeClr val="dk1">
                  <a:alpha val="50000"/>
                </a:schemeClr>
              </a:outerShdw>
            </a:effectLst>
          </p:spPr>
        </p:pic>
        <p:pic>
          <p:nvPicPr>
            <p:cNvPr id="115" name="Google Shape;115;p17"/>
            <p:cNvPicPr preferRelativeResize="0"/>
            <p:nvPr/>
          </p:nvPicPr>
          <p:blipFill>
            <a:blip r:embed="rId4">
              <a:alphaModFix/>
            </a:blip>
            <a:stretch>
              <a:fillRect/>
            </a:stretch>
          </p:blipFill>
          <p:spPr>
            <a:xfrm rot="-4666222">
              <a:off x="8648501" y="4511714"/>
              <a:ext cx="409270" cy="462269"/>
            </a:xfrm>
            <a:prstGeom prst="rect">
              <a:avLst/>
            </a:prstGeom>
            <a:noFill/>
            <a:ln>
              <a:noFill/>
            </a:ln>
            <a:effectLst>
              <a:outerShdw blurRad="57150" dist="19050" dir="5400000" algn="bl" rotWithShape="0">
                <a:schemeClr val="dk1">
                  <a:alpha val="50000"/>
                </a:schemeClr>
              </a:outerShdw>
            </a:effectLst>
          </p:spPr>
        </p:pic>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16"/>
        <p:cNvGrpSpPr/>
        <p:nvPr/>
      </p:nvGrpSpPr>
      <p:grpSpPr>
        <a:xfrm>
          <a:off x="0" y="0"/>
          <a:ext cx="0" cy="0"/>
          <a:chOff x="0" y="0"/>
          <a:chExt cx="0" cy="0"/>
        </a:xfrm>
      </p:grpSpPr>
      <p:sp>
        <p:nvSpPr>
          <p:cNvPr id="117" name="Google Shape;117;p18"/>
          <p:cNvSpPr txBox="1">
            <a:spLocks noGrp="1"/>
          </p:cNvSpPr>
          <p:nvPr>
            <p:ph type="title"/>
          </p:nvPr>
        </p:nvSpPr>
        <p:spPr>
          <a:xfrm>
            <a:off x="1661480" y="3227787"/>
            <a:ext cx="3885000" cy="661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24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18" name="Google Shape;118;p18"/>
          <p:cNvSpPr txBox="1">
            <a:spLocks noGrp="1"/>
          </p:cNvSpPr>
          <p:nvPr>
            <p:ph type="subTitle" idx="1"/>
          </p:nvPr>
        </p:nvSpPr>
        <p:spPr>
          <a:xfrm>
            <a:off x="713225" y="1253913"/>
            <a:ext cx="4833000" cy="18633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24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19"/>
        <p:cNvGrpSpPr/>
        <p:nvPr/>
      </p:nvGrpSpPr>
      <p:grpSpPr>
        <a:xfrm>
          <a:off x="0" y="0"/>
          <a:ext cx="0" cy="0"/>
          <a:chOff x="0" y="0"/>
          <a:chExt cx="0" cy="0"/>
        </a:xfrm>
      </p:grpSpPr>
      <p:sp>
        <p:nvSpPr>
          <p:cNvPr id="120" name="Google Shape;120;p19"/>
          <p:cNvSpPr txBox="1">
            <a:spLocks noGrp="1"/>
          </p:cNvSpPr>
          <p:nvPr>
            <p:ph type="title"/>
          </p:nvPr>
        </p:nvSpPr>
        <p:spPr>
          <a:xfrm>
            <a:off x="720000" y="836175"/>
            <a:ext cx="3519600" cy="22962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1" name="Google Shape;121;p19"/>
          <p:cNvSpPr txBox="1">
            <a:spLocks noGrp="1"/>
          </p:cNvSpPr>
          <p:nvPr>
            <p:ph type="subTitle" idx="1"/>
          </p:nvPr>
        </p:nvSpPr>
        <p:spPr>
          <a:xfrm>
            <a:off x="720000" y="3132225"/>
            <a:ext cx="3519600" cy="1116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 name="Google Shape;122;p19"/>
          <p:cNvSpPr>
            <a:spLocks noGrp="1"/>
          </p:cNvSpPr>
          <p:nvPr>
            <p:ph type="pic" idx="2"/>
          </p:nvPr>
        </p:nvSpPr>
        <p:spPr>
          <a:xfrm>
            <a:off x="4748450" y="533863"/>
            <a:ext cx="2910000" cy="4075800"/>
          </a:xfrm>
          <a:prstGeom prst="rect">
            <a:avLst/>
          </a:prstGeom>
          <a:noFill/>
          <a:ln w="9525" cap="flat" cmpd="sng">
            <a:solidFill>
              <a:schemeClr val="dk1"/>
            </a:solidFill>
            <a:prstDash val="solid"/>
            <a:round/>
            <a:headEnd type="none" w="sm" len="sm"/>
            <a:tailEnd type="none" w="sm" len="sm"/>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44"/>
        <p:cNvGrpSpPr/>
        <p:nvPr/>
      </p:nvGrpSpPr>
      <p:grpSpPr>
        <a:xfrm>
          <a:off x="0" y="0"/>
          <a:ext cx="0" cy="0"/>
          <a:chOff x="0" y="0"/>
          <a:chExt cx="0" cy="0"/>
        </a:xfrm>
      </p:grpSpPr>
      <p:grpSp>
        <p:nvGrpSpPr>
          <p:cNvPr id="145" name="Google Shape;145;p24"/>
          <p:cNvGrpSpPr/>
          <p:nvPr/>
        </p:nvGrpSpPr>
        <p:grpSpPr>
          <a:xfrm>
            <a:off x="0" y="-25"/>
            <a:ext cx="365400" cy="5143425"/>
            <a:chOff x="0" y="-25"/>
            <a:chExt cx="365400" cy="5143425"/>
          </a:xfrm>
        </p:grpSpPr>
        <p:sp>
          <p:nvSpPr>
            <p:cNvPr id="146" name="Google Shape;146;p24"/>
            <p:cNvSpPr/>
            <p:nvPr/>
          </p:nvSpPr>
          <p:spPr>
            <a:xfrm>
              <a:off x="0" y="1339775"/>
              <a:ext cx="365400" cy="6711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4"/>
            <p:cNvSpPr/>
            <p:nvPr/>
          </p:nvSpPr>
          <p:spPr>
            <a:xfrm>
              <a:off x="0" y="2010875"/>
              <a:ext cx="365400" cy="25932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4"/>
            <p:cNvSpPr/>
            <p:nvPr/>
          </p:nvSpPr>
          <p:spPr>
            <a:xfrm>
              <a:off x="0" y="-25"/>
              <a:ext cx="365400" cy="13398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4"/>
            <p:cNvSpPr/>
            <p:nvPr/>
          </p:nvSpPr>
          <p:spPr>
            <a:xfrm>
              <a:off x="0" y="4604000"/>
              <a:ext cx="365400" cy="5394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 name="Google Shape;150;p24"/>
          <p:cNvGrpSpPr/>
          <p:nvPr/>
        </p:nvGrpSpPr>
        <p:grpSpPr>
          <a:xfrm>
            <a:off x="-680205" y="1339787"/>
            <a:ext cx="2135111" cy="3542211"/>
            <a:chOff x="-680205" y="1339787"/>
            <a:chExt cx="2135111" cy="3542211"/>
          </a:xfrm>
        </p:grpSpPr>
        <p:pic>
          <p:nvPicPr>
            <p:cNvPr id="151" name="Google Shape;151;p24"/>
            <p:cNvPicPr preferRelativeResize="0"/>
            <p:nvPr/>
          </p:nvPicPr>
          <p:blipFill>
            <a:blip r:embed="rId2">
              <a:alphaModFix/>
            </a:blip>
            <a:stretch>
              <a:fillRect/>
            </a:stretch>
          </p:blipFill>
          <p:spPr>
            <a:xfrm rot="-1741960">
              <a:off x="-346637" y="1585748"/>
              <a:ext cx="1467973" cy="1754760"/>
            </a:xfrm>
            <a:prstGeom prst="rect">
              <a:avLst/>
            </a:prstGeom>
            <a:noFill/>
            <a:ln>
              <a:noFill/>
            </a:ln>
            <a:effectLst>
              <a:outerShdw blurRad="57150" dist="19050" dir="5400000" algn="bl" rotWithShape="0">
                <a:schemeClr val="dk1">
                  <a:alpha val="50000"/>
                </a:schemeClr>
              </a:outerShdw>
            </a:effectLst>
          </p:spPr>
        </p:pic>
        <p:pic>
          <p:nvPicPr>
            <p:cNvPr id="152" name="Google Shape;152;p24"/>
            <p:cNvPicPr preferRelativeResize="0"/>
            <p:nvPr/>
          </p:nvPicPr>
          <p:blipFill>
            <a:blip r:embed="rId3">
              <a:alphaModFix/>
            </a:blip>
            <a:stretch>
              <a:fillRect/>
            </a:stretch>
          </p:blipFill>
          <p:spPr>
            <a:xfrm rot="4212119">
              <a:off x="195352" y="4279963"/>
              <a:ext cx="490873" cy="554426"/>
            </a:xfrm>
            <a:prstGeom prst="rect">
              <a:avLst/>
            </a:prstGeom>
            <a:noFill/>
            <a:ln>
              <a:noFill/>
            </a:ln>
            <a:effectLst>
              <a:outerShdw blurRad="57150" dist="19050" dir="5400000" algn="bl" rotWithShape="0">
                <a:schemeClr val="dk1">
                  <a:alpha val="50000"/>
                </a:schemeClr>
              </a:outerShdw>
            </a:effectLst>
          </p:spPr>
        </p:pic>
        <p:pic>
          <p:nvPicPr>
            <p:cNvPr id="153" name="Google Shape;153;p24"/>
            <p:cNvPicPr preferRelativeResize="0"/>
            <p:nvPr/>
          </p:nvPicPr>
          <p:blipFill>
            <a:blip r:embed="rId4">
              <a:alphaModFix/>
            </a:blip>
            <a:stretch>
              <a:fillRect/>
            </a:stretch>
          </p:blipFill>
          <p:spPr>
            <a:xfrm>
              <a:off x="206013" y="3586474"/>
              <a:ext cx="469561" cy="475800"/>
            </a:xfrm>
            <a:prstGeom prst="rect">
              <a:avLst/>
            </a:prstGeom>
            <a:noFill/>
            <a:ln>
              <a:noFill/>
            </a:ln>
            <a:effectLst>
              <a:outerShdw blurRad="57150" dist="19050" dir="5400000" algn="bl" rotWithShape="0">
                <a:schemeClr val="dk1">
                  <a:alpha val="50000"/>
                </a:schemeClr>
              </a:outerShdw>
            </a:effectLst>
          </p:spPr>
        </p:pic>
      </p:grpSp>
      <p:sp>
        <p:nvSpPr>
          <p:cNvPr id="154" name="Google Shape;154;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5" name="Google Shape;155;p24"/>
          <p:cNvSpPr txBox="1">
            <a:spLocks noGrp="1"/>
          </p:cNvSpPr>
          <p:nvPr>
            <p:ph type="subTitle" idx="1"/>
          </p:nvPr>
        </p:nvSpPr>
        <p:spPr>
          <a:xfrm>
            <a:off x="4974067" y="2599825"/>
            <a:ext cx="3022800" cy="116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6" name="Google Shape;156;p24"/>
          <p:cNvSpPr txBox="1">
            <a:spLocks noGrp="1"/>
          </p:cNvSpPr>
          <p:nvPr>
            <p:ph type="subTitle" idx="2"/>
          </p:nvPr>
        </p:nvSpPr>
        <p:spPr>
          <a:xfrm>
            <a:off x="1147125" y="2599825"/>
            <a:ext cx="3022800" cy="1166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7" name="Google Shape;157;p24"/>
          <p:cNvSpPr txBox="1">
            <a:spLocks noGrp="1"/>
          </p:cNvSpPr>
          <p:nvPr>
            <p:ph type="subTitle" idx="3"/>
          </p:nvPr>
        </p:nvSpPr>
        <p:spPr>
          <a:xfrm>
            <a:off x="1147133" y="2040925"/>
            <a:ext cx="3022800" cy="558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58" name="Google Shape;158;p24"/>
          <p:cNvSpPr txBox="1">
            <a:spLocks noGrp="1"/>
          </p:cNvSpPr>
          <p:nvPr>
            <p:ph type="subTitle" idx="4"/>
          </p:nvPr>
        </p:nvSpPr>
        <p:spPr>
          <a:xfrm>
            <a:off x="4974067" y="2040925"/>
            <a:ext cx="3022800" cy="558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59"/>
        <p:cNvGrpSpPr/>
        <p:nvPr/>
      </p:nvGrpSpPr>
      <p:grpSpPr>
        <a:xfrm>
          <a:off x="0" y="0"/>
          <a:ext cx="0" cy="0"/>
          <a:chOff x="0" y="0"/>
          <a:chExt cx="0" cy="0"/>
        </a:xfrm>
      </p:grpSpPr>
      <p:grpSp>
        <p:nvGrpSpPr>
          <p:cNvPr id="160" name="Google Shape;160;p25"/>
          <p:cNvGrpSpPr/>
          <p:nvPr/>
        </p:nvGrpSpPr>
        <p:grpSpPr>
          <a:xfrm>
            <a:off x="0" y="-25"/>
            <a:ext cx="713232" cy="5143550"/>
            <a:chOff x="0" y="-25"/>
            <a:chExt cx="720000" cy="5143550"/>
          </a:xfrm>
        </p:grpSpPr>
        <p:sp>
          <p:nvSpPr>
            <p:cNvPr id="161" name="Google Shape;161;p25"/>
            <p:cNvSpPr/>
            <p:nvPr/>
          </p:nvSpPr>
          <p:spPr>
            <a:xfrm>
              <a:off x="0" y="3060925"/>
              <a:ext cx="720000" cy="20826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5"/>
            <p:cNvSpPr/>
            <p:nvPr/>
          </p:nvSpPr>
          <p:spPr>
            <a:xfrm>
              <a:off x="0" y="-25"/>
              <a:ext cx="720000" cy="11898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5"/>
            <p:cNvSpPr/>
            <p:nvPr/>
          </p:nvSpPr>
          <p:spPr>
            <a:xfrm>
              <a:off x="0" y="1189825"/>
              <a:ext cx="720000" cy="1871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4" name="Google Shape;164;p25"/>
          <p:cNvGrpSpPr/>
          <p:nvPr/>
        </p:nvGrpSpPr>
        <p:grpSpPr>
          <a:xfrm rot="-749528">
            <a:off x="-1029880" y="984499"/>
            <a:ext cx="2680605" cy="4382728"/>
            <a:chOff x="-1000544" y="899593"/>
            <a:chExt cx="2680676" cy="4382843"/>
          </a:xfrm>
        </p:grpSpPr>
        <p:pic>
          <p:nvPicPr>
            <p:cNvPr id="165" name="Google Shape;165;p25"/>
            <p:cNvPicPr preferRelativeResize="0"/>
            <p:nvPr/>
          </p:nvPicPr>
          <p:blipFill>
            <a:blip r:embed="rId2">
              <a:alphaModFix/>
            </a:blip>
            <a:stretch>
              <a:fillRect/>
            </a:stretch>
          </p:blipFill>
          <p:spPr>
            <a:xfrm rot="-2700000">
              <a:off x="-730342" y="3116711"/>
              <a:ext cx="2140273" cy="1650776"/>
            </a:xfrm>
            <a:prstGeom prst="rect">
              <a:avLst/>
            </a:prstGeom>
            <a:noFill/>
            <a:ln>
              <a:noFill/>
            </a:ln>
            <a:effectLst>
              <a:outerShdw blurRad="57150" dist="19050" dir="5400000" algn="bl" rotWithShape="0">
                <a:schemeClr val="dk1">
                  <a:alpha val="50000"/>
                </a:schemeClr>
              </a:outerShdw>
            </a:effectLst>
          </p:spPr>
        </p:pic>
        <p:pic>
          <p:nvPicPr>
            <p:cNvPr id="166" name="Google Shape;166;p25"/>
            <p:cNvPicPr preferRelativeResize="0"/>
            <p:nvPr/>
          </p:nvPicPr>
          <p:blipFill>
            <a:blip r:embed="rId3">
              <a:alphaModFix/>
            </a:blip>
            <a:stretch>
              <a:fillRect/>
            </a:stretch>
          </p:blipFill>
          <p:spPr>
            <a:xfrm>
              <a:off x="383822" y="1823892"/>
              <a:ext cx="490873" cy="554427"/>
            </a:xfrm>
            <a:prstGeom prst="rect">
              <a:avLst/>
            </a:prstGeom>
            <a:noFill/>
            <a:ln>
              <a:noFill/>
            </a:ln>
            <a:effectLst>
              <a:outerShdw blurRad="57150" dist="19050" dir="5400000" algn="bl" rotWithShape="0">
                <a:schemeClr val="dk1">
                  <a:alpha val="50000"/>
                </a:schemeClr>
              </a:outerShdw>
            </a:effectLst>
          </p:spPr>
        </p:pic>
        <p:pic>
          <p:nvPicPr>
            <p:cNvPr id="167" name="Google Shape;167;p25"/>
            <p:cNvPicPr preferRelativeResize="0"/>
            <p:nvPr/>
          </p:nvPicPr>
          <p:blipFill>
            <a:blip r:embed="rId4">
              <a:alphaModFix/>
            </a:blip>
            <a:stretch>
              <a:fillRect/>
            </a:stretch>
          </p:blipFill>
          <p:spPr>
            <a:xfrm>
              <a:off x="588609" y="899593"/>
              <a:ext cx="469561" cy="475800"/>
            </a:xfrm>
            <a:prstGeom prst="rect">
              <a:avLst/>
            </a:prstGeom>
            <a:noFill/>
            <a:ln>
              <a:noFill/>
            </a:ln>
            <a:effectLst>
              <a:outerShdw blurRad="57150" dist="19050" dir="5400000" algn="bl" rotWithShape="0">
                <a:schemeClr val="dk1">
                  <a:alpha val="50000"/>
                </a:schemeClr>
              </a:outerShdw>
            </a:effectLst>
          </p:spPr>
        </p:pic>
      </p:grpSp>
      <p:sp>
        <p:nvSpPr>
          <p:cNvPr id="168" name="Google Shape;168;p2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9" name="Google Shape;169;p25"/>
          <p:cNvSpPr txBox="1">
            <a:spLocks noGrp="1"/>
          </p:cNvSpPr>
          <p:nvPr>
            <p:ph type="subTitle" idx="1"/>
          </p:nvPr>
        </p:nvSpPr>
        <p:spPr>
          <a:xfrm>
            <a:off x="5169903" y="1753200"/>
            <a:ext cx="3254100" cy="2229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0" name="Google Shape;170;p25"/>
          <p:cNvSpPr txBox="1">
            <a:spLocks noGrp="1"/>
          </p:cNvSpPr>
          <p:nvPr>
            <p:ph type="subTitle" idx="2"/>
          </p:nvPr>
        </p:nvSpPr>
        <p:spPr>
          <a:xfrm>
            <a:off x="1395725" y="1753200"/>
            <a:ext cx="3254100" cy="2229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71"/>
        <p:cNvGrpSpPr/>
        <p:nvPr/>
      </p:nvGrpSpPr>
      <p:grpSpPr>
        <a:xfrm>
          <a:off x="0" y="0"/>
          <a:ext cx="0" cy="0"/>
          <a:chOff x="0" y="0"/>
          <a:chExt cx="0" cy="0"/>
        </a:xfrm>
      </p:grpSpPr>
      <p:sp>
        <p:nvSpPr>
          <p:cNvPr id="172" name="Google Shape;172;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3" name="Google Shape;173;p26"/>
          <p:cNvSpPr txBox="1">
            <a:spLocks noGrp="1"/>
          </p:cNvSpPr>
          <p:nvPr>
            <p:ph type="subTitle" idx="1"/>
          </p:nvPr>
        </p:nvSpPr>
        <p:spPr>
          <a:xfrm>
            <a:off x="713250" y="1637975"/>
            <a:ext cx="5554500" cy="649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4" name="Google Shape;174;p26"/>
          <p:cNvSpPr txBox="1">
            <a:spLocks noGrp="1"/>
          </p:cNvSpPr>
          <p:nvPr>
            <p:ph type="subTitle" idx="2"/>
          </p:nvPr>
        </p:nvSpPr>
        <p:spPr>
          <a:xfrm>
            <a:off x="713250" y="2796237"/>
            <a:ext cx="5554500" cy="649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5" name="Google Shape;175;p26"/>
          <p:cNvSpPr txBox="1">
            <a:spLocks noGrp="1"/>
          </p:cNvSpPr>
          <p:nvPr>
            <p:ph type="subTitle" idx="3"/>
          </p:nvPr>
        </p:nvSpPr>
        <p:spPr>
          <a:xfrm>
            <a:off x="713250" y="3954500"/>
            <a:ext cx="5554500" cy="649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6" name="Google Shape;176;p26"/>
          <p:cNvSpPr txBox="1">
            <a:spLocks noGrp="1"/>
          </p:cNvSpPr>
          <p:nvPr>
            <p:ph type="subTitle" idx="4"/>
          </p:nvPr>
        </p:nvSpPr>
        <p:spPr>
          <a:xfrm>
            <a:off x="713250" y="1111325"/>
            <a:ext cx="5554500" cy="66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77" name="Google Shape;177;p26"/>
          <p:cNvSpPr txBox="1">
            <a:spLocks noGrp="1"/>
          </p:cNvSpPr>
          <p:nvPr>
            <p:ph type="subTitle" idx="5"/>
          </p:nvPr>
        </p:nvSpPr>
        <p:spPr>
          <a:xfrm>
            <a:off x="713250" y="2269588"/>
            <a:ext cx="5554500" cy="66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
        <p:nvSpPr>
          <p:cNvPr id="178" name="Google Shape;178;p26"/>
          <p:cNvSpPr txBox="1">
            <a:spLocks noGrp="1"/>
          </p:cNvSpPr>
          <p:nvPr>
            <p:ph type="subTitle" idx="6"/>
          </p:nvPr>
        </p:nvSpPr>
        <p:spPr>
          <a:xfrm>
            <a:off x="713243" y="3427850"/>
            <a:ext cx="5554500" cy="6600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400" b="1">
                <a:solidFill>
                  <a:schemeClr val="dk1"/>
                </a:solidFill>
              </a:defRPr>
            </a:lvl1pPr>
            <a:lvl2pPr lvl="1" algn="ctr" rtl="0">
              <a:lnSpc>
                <a:spcPct val="100000"/>
              </a:lnSpc>
              <a:spcBef>
                <a:spcPts val="0"/>
              </a:spcBef>
              <a:spcAft>
                <a:spcPts val="0"/>
              </a:spcAft>
              <a:buSzPts val="2400"/>
              <a:buNone/>
              <a:defRPr sz="2400" b="1"/>
            </a:lvl2pPr>
            <a:lvl3pPr lvl="2" algn="ctr" rtl="0">
              <a:lnSpc>
                <a:spcPct val="100000"/>
              </a:lnSpc>
              <a:spcBef>
                <a:spcPts val="0"/>
              </a:spcBef>
              <a:spcAft>
                <a:spcPts val="0"/>
              </a:spcAft>
              <a:buSzPts val="2400"/>
              <a:buNone/>
              <a:defRPr sz="2400" b="1"/>
            </a:lvl3pPr>
            <a:lvl4pPr lvl="3" algn="ctr" rtl="0">
              <a:lnSpc>
                <a:spcPct val="100000"/>
              </a:lnSpc>
              <a:spcBef>
                <a:spcPts val="0"/>
              </a:spcBef>
              <a:spcAft>
                <a:spcPts val="0"/>
              </a:spcAft>
              <a:buSzPts val="2400"/>
              <a:buNone/>
              <a:defRPr sz="2400" b="1"/>
            </a:lvl4pPr>
            <a:lvl5pPr lvl="4" algn="ctr" rtl="0">
              <a:lnSpc>
                <a:spcPct val="100000"/>
              </a:lnSpc>
              <a:spcBef>
                <a:spcPts val="0"/>
              </a:spcBef>
              <a:spcAft>
                <a:spcPts val="0"/>
              </a:spcAft>
              <a:buSzPts val="2400"/>
              <a:buNone/>
              <a:defRPr sz="2400" b="1"/>
            </a:lvl5pPr>
            <a:lvl6pPr lvl="5" algn="ctr" rtl="0">
              <a:lnSpc>
                <a:spcPct val="100000"/>
              </a:lnSpc>
              <a:spcBef>
                <a:spcPts val="0"/>
              </a:spcBef>
              <a:spcAft>
                <a:spcPts val="0"/>
              </a:spcAft>
              <a:buSzPts val="2400"/>
              <a:buNone/>
              <a:defRPr sz="2400" b="1"/>
            </a:lvl6pPr>
            <a:lvl7pPr lvl="6" algn="ctr" rtl="0">
              <a:lnSpc>
                <a:spcPct val="100000"/>
              </a:lnSpc>
              <a:spcBef>
                <a:spcPts val="0"/>
              </a:spcBef>
              <a:spcAft>
                <a:spcPts val="0"/>
              </a:spcAft>
              <a:buSzPts val="2400"/>
              <a:buNone/>
              <a:defRPr sz="2400" b="1"/>
            </a:lvl7pPr>
            <a:lvl8pPr lvl="7" algn="ctr" rtl="0">
              <a:lnSpc>
                <a:spcPct val="100000"/>
              </a:lnSpc>
              <a:spcBef>
                <a:spcPts val="0"/>
              </a:spcBef>
              <a:spcAft>
                <a:spcPts val="0"/>
              </a:spcAft>
              <a:buSzPts val="2400"/>
              <a:buNone/>
              <a:defRPr sz="2400" b="1"/>
            </a:lvl8pPr>
            <a:lvl9pPr lvl="8" algn="ctr" rtl="0">
              <a:lnSpc>
                <a:spcPct val="100000"/>
              </a:lnSpc>
              <a:spcBef>
                <a:spcPts val="0"/>
              </a:spcBef>
              <a:spcAft>
                <a:spcPts val="0"/>
              </a:spcAft>
              <a:buSzPts val="2400"/>
              <a:buNone/>
              <a:defRPr sz="2400" b="1"/>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31"/>
        <p:cNvGrpSpPr/>
        <p:nvPr/>
      </p:nvGrpSpPr>
      <p:grpSpPr>
        <a:xfrm>
          <a:off x="0" y="0"/>
          <a:ext cx="0" cy="0"/>
          <a:chOff x="0" y="0"/>
          <a:chExt cx="0" cy="0"/>
        </a:xfrm>
      </p:grpSpPr>
      <p:sp>
        <p:nvSpPr>
          <p:cNvPr id="232" name="Google Shape;232;p31"/>
          <p:cNvSpPr txBox="1">
            <a:spLocks noGrp="1"/>
          </p:cNvSpPr>
          <p:nvPr>
            <p:ph type="title"/>
          </p:nvPr>
        </p:nvSpPr>
        <p:spPr>
          <a:xfrm>
            <a:off x="713263" y="717388"/>
            <a:ext cx="44481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3" name="Google Shape;233;p31"/>
          <p:cNvSpPr txBox="1">
            <a:spLocks noGrp="1"/>
          </p:cNvSpPr>
          <p:nvPr>
            <p:ph type="subTitle" idx="1"/>
          </p:nvPr>
        </p:nvSpPr>
        <p:spPr>
          <a:xfrm>
            <a:off x="713225" y="1728912"/>
            <a:ext cx="4448100" cy="10587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4" name="Google Shape;234;p31"/>
          <p:cNvSpPr txBox="1"/>
          <p:nvPr/>
        </p:nvSpPr>
        <p:spPr>
          <a:xfrm>
            <a:off x="713225" y="3279100"/>
            <a:ext cx="4289700" cy="8235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200" b="1">
                <a:solidFill>
                  <a:schemeClr val="dk1"/>
                </a:solidFill>
                <a:latin typeface="Montserrat"/>
                <a:ea typeface="Montserrat"/>
                <a:cs typeface="Montserrat"/>
                <a:sym typeface="Montserrat"/>
              </a:rPr>
              <a:t>CREDITS:</a:t>
            </a:r>
            <a:r>
              <a:rPr lang="en" sz="1200">
                <a:solidFill>
                  <a:schemeClr val="dk1"/>
                </a:solidFill>
                <a:latin typeface="Montserrat"/>
                <a:ea typeface="Montserrat"/>
                <a:cs typeface="Montserrat"/>
                <a:sym typeface="Montserrat"/>
              </a:rPr>
              <a:t> This presentation template was created by </a:t>
            </a:r>
            <a:r>
              <a:rPr lang="en" sz="1200" b="1" u="sng">
                <a:solidFill>
                  <a:schemeClr val="dk1"/>
                </a:solidFill>
                <a:latin typeface="Montserrat"/>
                <a:ea typeface="Montserrat"/>
                <a:cs typeface="Montserrat"/>
                <a:sym typeface="Montserrat"/>
                <a:hlinkClick r:id="rId2">
                  <a:extLst>
                    <a:ext uri="{A12FA001-AC4F-418D-AE19-62706E023703}">
                      <ahyp:hlinkClr xmlns:ahyp="http://schemas.microsoft.com/office/drawing/2018/hyperlinkcolor" val="tx"/>
                    </a:ext>
                  </a:extLst>
                </a:hlinkClick>
              </a:rPr>
              <a:t>Slidesgo</a:t>
            </a:r>
            <a:r>
              <a:rPr lang="en" sz="1200">
                <a:solidFill>
                  <a:schemeClr val="dk1"/>
                </a:solidFill>
                <a:latin typeface="Montserrat"/>
                <a:ea typeface="Montserrat"/>
                <a:cs typeface="Montserrat"/>
                <a:sym typeface="Montserrat"/>
              </a:rPr>
              <a:t>, and includes icons by </a:t>
            </a:r>
            <a:r>
              <a:rPr lang="en" sz="1200" b="1" u="sng">
                <a:solidFill>
                  <a:schemeClr val="dk1"/>
                </a:solid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Flaticon</a:t>
            </a:r>
            <a:r>
              <a:rPr lang="en" sz="1200">
                <a:solidFill>
                  <a:schemeClr val="dk1"/>
                </a:solidFill>
                <a:latin typeface="Montserrat"/>
                <a:ea typeface="Montserrat"/>
                <a:cs typeface="Montserrat"/>
                <a:sym typeface="Montserrat"/>
              </a:rPr>
              <a:t>, and infographics &amp; images by </a:t>
            </a:r>
            <a:r>
              <a:rPr lang="en" sz="1200" b="1" u="sng">
                <a:solidFill>
                  <a:schemeClr val="dk1"/>
                </a:solid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Freepik</a:t>
            </a:r>
            <a:r>
              <a:rPr lang="en" sz="1200" u="sng">
                <a:solidFill>
                  <a:schemeClr val="dk1"/>
                </a:solidFill>
                <a:latin typeface="Montserrat"/>
                <a:ea typeface="Montserrat"/>
                <a:cs typeface="Montserrat"/>
                <a:sym typeface="Montserrat"/>
              </a:rPr>
              <a:t> </a:t>
            </a:r>
            <a:endParaRPr sz="1200" b="1" u="sng">
              <a:solidFill>
                <a:schemeClr val="dk1"/>
              </a:solidFill>
              <a:latin typeface="Montserrat"/>
              <a:ea typeface="Montserrat"/>
              <a:cs typeface="Montserrat"/>
              <a:sym typeface="Montserra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35"/>
        <p:cNvGrpSpPr/>
        <p:nvPr/>
      </p:nvGrpSpPr>
      <p:grpSpPr>
        <a:xfrm>
          <a:off x="0" y="0"/>
          <a:ext cx="0" cy="0"/>
          <a:chOff x="0" y="0"/>
          <a:chExt cx="0" cy="0"/>
        </a:xfrm>
      </p:grpSpPr>
      <p:sp>
        <p:nvSpPr>
          <p:cNvPr id="236" name="Google Shape;236;p32"/>
          <p:cNvSpPr/>
          <p:nvPr/>
        </p:nvSpPr>
        <p:spPr>
          <a:xfrm>
            <a:off x="8430775" y="0"/>
            <a:ext cx="713100" cy="34572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32"/>
          <p:cNvSpPr/>
          <p:nvPr/>
        </p:nvSpPr>
        <p:spPr>
          <a:xfrm>
            <a:off x="8430775" y="3457200"/>
            <a:ext cx="713100" cy="16863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38"/>
        <p:cNvGrpSpPr/>
        <p:nvPr/>
      </p:nvGrpSpPr>
      <p:grpSpPr>
        <a:xfrm>
          <a:off x="0" y="0"/>
          <a:ext cx="0" cy="0"/>
          <a:chOff x="0" y="0"/>
          <a:chExt cx="0" cy="0"/>
        </a:xfrm>
      </p:grpSpPr>
      <p:grpSp>
        <p:nvGrpSpPr>
          <p:cNvPr id="239" name="Google Shape;239;p33"/>
          <p:cNvGrpSpPr/>
          <p:nvPr/>
        </p:nvGrpSpPr>
        <p:grpSpPr>
          <a:xfrm>
            <a:off x="0" y="-25"/>
            <a:ext cx="1207107" cy="5143425"/>
            <a:chOff x="0" y="-25"/>
            <a:chExt cx="2670000" cy="5143425"/>
          </a:xfrm>
        </p:grpSpPr>
        <p:sp>
          <p:nvSpPr>
            <p:cNvPr id="240" name="Google Shape;240;p33"/>
            <p:cNvSpPr/>
            <p:nvPr/>
          </p:nvSpPr>
          <p:spPr>
            <a:xfrm>
              <a:off x="0" y="1339775"/>
              <a:ext cx="2670000" cy="671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33"/>
            <p:cNvSpPr/>
            <p:nvPr/>
          </p:nvSpPr>
          <p:spPr>
            <a:xfrm>
              <a:off x="0" y="2010875"/>
              <a:ext cx="2670000" cy="25932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33"/>
            <p:cNvSpPr/>
            <p:nvPr/>
          </p:nvSpPr>
          <p:spPr>
            <a:xfrm>
              <a:off x="0" y="-25"/>
              <a:ext cx="2670000" cy="13398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3"/>
            <p:cNvSpPr/>
            <p:nvPr/>
          </p:nvSpPr>
          <p:spPr>
            <a:xfrm>
              <a:off x="0" y="4604000"/>
              <a:ext cx="2670000" cy="5394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8F26-B5E3-8A90-51FC-8520D1D732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EA4D95-10F3-6212-8302-5610C43E32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81BE7-A53D-441E-0393-0E59412C9117}"/>
              </a:ext>
            </a:extLst>
          </p:cNvPr>
          <p:cNvSpPr>
            <a:spLocks noGrp="1"/>
          </p:cNvSpPr>
          <p:nvPr>
            <p:ph type="dt" sz="half" idx="10"/>
          </p:nvPr>
        </p:nvSpPr>
        <p:spPr/>
        <p:txBody>
          <a:bodyPr/>
          <a:lstStyle/>
          <a:p>
            <a:fld id="{E7736193-EDE3-4BB5-AE5F-E6E5472AB8BE}" type="datetimeFigureOut">
              <a:rPr lang="en-US" smtClean="0"/>
              <a:t>12/10/24</a:t>
            </a:fld>
            <a:endParaRPr lang="en-US"/>
          </a:p>
        </p:txBody>
      </p:sp>
      <p:sp>
        <p:nvSpPr>
          <p:cNvPr id="5" name="Footer Placeholder 4">
            <a:extLst>
              <a:ext uri="{FF2B5EF4-FFF2-40B4-BE49-F238E27FC236}">
                <a16:creationId xmlns:a16="http://schemas.microsoft.com/office/drawing/2014/main" id="{0DEF10F0-B23F-BF4B-DB66-9BCF734DB9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65DDEC-13A7-D988-D082-03076F80F1F0}"/>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2558078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1pPr>
            <a:lvl2pPr lvl="1"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2pPr>
            <a:lvl3pPr lvl="2"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3pPr>
            <a:lvl4pPr lvl="3"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4pPr>
            <a:lvl5pPr lvl="4"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5pPr>
            <a:lvl6pPr lvl="5"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6pPr>
            <a:lvl7pPr lvl="6"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7pPr>
            <a:lvl8pPr lvl="7"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8pPr>
            <a:lvl9pPr lvl="8" rtl="0">
              <a:spcBef>
                <a:spcPts val="0"/>
              </a:spcBef>
              <a:spcAft>
                <a:spcPts val="0"/>
              </a:spcAft>
              <a:buClr>
                <a:schemeClr val="dk1"/>
              </a:buClr>
              <a:buSzPts val="3500"/>
              <a:buFont typeface="Montserrat"/>
              <a:buNone/>
              <a:defRPr sz="35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1pPr>
            <a:lvl2pPr marL="914400" lvl="1"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marL="1371600" lvl="2"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marL="1828800" lvl="3"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marL="2286000" lvl="4"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marL="2743200" lvl="5"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marL="3200400" lvl="6"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marL="3657600" lvl="7"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marL="4114800" lvl="8" indent="-317500">
              <a:lnSpc>
                <a:spcPct val="115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8" r:id="rId4"/>
    <p:sldLayoutId id="2147483660" r:id="rId5"/>
    <p:sldLayoutId id="2147483662" r:id="rId6"/>
    <p:sldLayoutId id="2147483663" r:id="rId7"/>
    <p:sldLayoutId id="2147483664" r:id="rId8"/>
    <p:sldLayoutId id="2147483665" r:id="rId9"/>
    <p:sldLayoutId id="2147483670" r:id="rId10"/>
    <p:sldLayoutId id="2147483671" r:id="rId11"/>
    <p:sldLayoutId id="2147483672" r:id="rId12"/>
    <p:sldLayoutId id="2147483677" r:id="rId13"/>
    <p:sldLayoutId id="2147483678" r:id="rId14"/>
    <p:sldLayoutId id="2147483679" r:id="rId15"/>
    <p:sldLayoutId id="2147483683"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2.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png"/><Relationship Id="rId11" Type="http://schemas.openxmlformats.org/officeDocument/2006/relationships/image" Target="../media/image17.jpg"/><Relationship Id="rId5" Type="http://schemas.openxmlformats.org/officeDocument/2006/relationships/image" Target="../media/image14.png"/><Relationship Id="rId10" Type="http://schemas.openxmlformats.org/officeDocument/2006/relationships/image" Target="../media/image16.jpg"/><Relationship Id="rId4" Type="http://schemas.openxmlformats.org/officeDocument/2006/relationships/image" Target="../media/image13.png"/><Relationship Id="rId9" Type="http://schemas.openxmlformats.org/officeDocument/2006/relationships/image" Target="../media/image15.jp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9.jpeg"/><Relationship Id="rId5" Type="http://schemas.openxmlformats.org/officeDocument/2006/relationships/image" Target="../media/image10.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23.emf"/><Relationship Id="rId5" Type="http://schemas.openxmlformats.org/officeDocument/2006/relationships/image" Target="../media/image22.jpeg"/><Relationship Id="rId4" Type="http://schemas.openxmlformats.org/officeDocument/2006/relationships/image" Target="../media/image21.emf"/></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image" Target="../media/image25.emf"/><Relationship Id="rId4" Type="http://schemas.openxmlformats.org/officeDocument/2006/relationships/image" Target="../media/image24.emf"/></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png"/><Relationship Id="rId7"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svg"/><Relationship Id="rId7" Type="http://schemas.openxmlformats.org/officeDocument/2006/relationships/image" Target="../media/image40.svg"/><Relationship Id="rId2" Type="http://schemas.openxmlformats.org/officeDocument/2006/relationships/image" Target="../media/image35.png"/><Relationship Id="rId1" Type="http://schemas.openxmlformats.org/officeDocument/2006/relationships/slideLayout" Target="../slideLayouts/slideLayout11.xml"/><Relationship Id="rId6" Type="http://schemas.openxmlformats.org/officeDocument/2006/relationships/image" Target="../media/image39.png"/><Relationship Id="rId11" Type="http://schemas.openxmlformats.org/officeDocument/2006/relationships/image" Target="../media/image44.svg"/><Relationship Id="rId5" Type="http://schemas.openxmlformats.org/officeDocument/2006/relationships/image" Target="../media/image38.sv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16.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7"/>
          <p:cNvSpPr txBox="1">
            <a:spLocks noGrp="1"/>
          </p:cNvSpPr>
          <p:nvPr>
            <p:ph type="ctrTitle"/>
          </p:nvPr>
        </p:nvSpPr>
        <p:spPr>
          <a:xfrm>
            <a:off x="377661" y="1470875"/>
            <a:ext cx="6061092" cy="2020574"/>
          </a:xfrm>
          <a:prstGeom prst="rect">
            <a:avLst/>
          </a:prstGeom>
        </p:spPr>
        <p:txBody>
          <a:bodyPr spcFirstLastPara="1" wrap="square" lIns="91425" tIns="91425" rIns="91425" bIns="91425" anchor="b" anchorCtr="0">
            <a:noAutofit/>
          </a:bodyPr>
          <a:lstStyle/>
          <a:p>
            <a:pPr algn="ctr">
              <a:lnSpc>
                <a:spcPct val="115000"/>
              </a:lnSpc>
              <a:spcAft>
                <a:spcPts val="800"/>
              </a:spcAft>
            </a:pPr>
            <a:r>
              <a:rPr lang="en-SA" sz="2400" kern="0" dirty="0">
                <a:solidFill>
                  <a:schemeClr val="tx1">
                    <a:lumMod val="75000"/>
                  </a:schemeClr>
                </a:solidFill>
                <a:effectLst/>
                <a:latin typeface="Montserrat" panose="00000500000000000000" pitchFamily="2" charset="0"/>
                <a:ea typeface="Aptos" panose="020B0004020202020204" pitchFamily="34" charset="0"/>
                <a:cs typeface="Arial" panose="020B0604020202020204" pitchFamily="34" charset="0"/>
              </a:rPr>
              <a:t>Predicting Prescription Drug Shortages (Healthcare Industry) Case Study: “</a:t>
            </a:r>
            <a:r>
              <a:rPr lang="en-SA" sz="2400" kern="0" dirty="0">
                <a:solidFill>
                  <a:srgbClr val="CE4E26"/>
                </a:solidFill>
                <a:effectLst/>
                <a:latin typeface="Montserrat" panose="00000500000000000000" pitchFamily="2" charset="0"/>
                <a:ea typeface="Aptos" panose="020B0004020202020204" pitchFamily="34" charset="0"/>
                <a:cs typeface="Arial" panose="020B0604020202020204" pitchFamily="34" charset="0"/>
              </a:rPr>
              <a:t>Ozempic Shortage</a:t>
            </a:r>
            <a:r>
              <a:rPr lang="en-SA" sz="2400" kern="0" dirty="0">
                <a:solidFill>
                  <a:schemeClr val="tx1">
                    <a:lumMod val="75000"/>
                  </a:schemeClr>
                </a:solidFill>
                <a:effectLst/>
                <a:latin typeface="Montserrat" panose="00000500000000000000" pitchFamily="2" charset="0"/>
                <a:ea typeface="Aptos" panose="020B0004020202020204" pitchFamily="34" charset="0"/>
                <a:cs typeface="Arial" panose="020B0604020202020204" pitchFamily="34" charset="0"/>
              </a:rPr>
              <a:t>”</a:t>
            </a:r>
            <a:br>
              <a:rPr lang="en-SA" sz="2400" kern="0" dirty="0">
                <a:solidFill>
                  <a:schemeClr val="tx1">
                    <a:lumMod val="75000"/>
                  </a:schemeClr>
                </a:solidFill>
                <a:effectLst/>
                <a:latin typeface="Montserrat" panose="00000500000000000000" pitchFamily="2" charset="0"/>
                <a:ea typeface="Aptos" panose="020B0004020202020204" pitchFamily="34" charset="0"/>
                <a:cs typeface="Arial" panose="020B0604020202020204" pitchFamily="34" charset="0"/>
              </a:rPr>
            </a:br>
            <a:br>
              <a:rPr lang="en-SA" sz="1800" kern="100" dirty="0">
                <a:solidFill>
                  <a:schemeClr val="tx1">
                    <a:lumMod val="75000"/>
                  </a:schemeClr>
                </a:solidFill>
                <a:effectLst/>
                <a:latin typeface="Montserrat" panose="00000500000000000000" pitchFamily="2" charset="0"/>
                <a:ea typeface="Aptos" panose="020B0004020202020204" pitchFamily="34" charset="0"/>
                <a:cs typeface="Arial" panose="020B0604020202020204" pitchFamily="34" charset="0"/>
              </a:rPr>
            </a:br>
            <a:r>
              <a:rPr lang="en-US" sz="1400" kern="0" dirty="0">
                <a:solidFill>
                  <a:schemeClr val="tx1">
                    <a:lumMod val="75000"/>
                  </a:schemeClr>
                </a:solidFill>
                <a:effectLst/>
                <a:latin typeface="Montserrat" panose="00000500000000000000" pitchFamily="2" charset="0"/>
                <a:ea typeface="Aptos" panose="020B0004020202020204" pitchFamily="34" charset="0"/>
                <a:cs typeface="Arial" panose="020B0604020202020204" pitchFamily="34" charset="0"/>
              </a:rPr>
              <a:t>Statistical Foundations for Business Analytics OM-509</a:t>
            </a:r>
            <a:br>
              <a:rPr lang="en-SA" sz="1400" kern="100" dirty="0">
                <a:solidFill>
                  <a:schemeClr val="tx1">
                    <a:lumMod val="75000"/>
                  </a:schemeClr>
                </a:solidFill>
                <a:effectLst/>
                <a:latin typeface="Montserrat" panose="00000500000000000000" pitchFamily="2" charset="0"/>
                <a:ea typeface="Aptos" panose="020B0004020202020204" pitchFamily="34" charset="0"/>
                <a:cs typeface="Arial" panose="020B0604020202020204" pitchFamily="34" charset="0"/>
              </a:rPr>
            </a:br>
            <a:r>
              <a:rPr lang="en-US" sz="1400" b="1" kern="100" dirty="0">
                <a:solidFill>
                  <a:srgbClr val="CE4E26"/>
                </a:solidFill>
                <a:effectLst/>
                <a:latin typeface="Montserrat" panose="00000500000000000000" pitchFamily="2" charset="0"/>
                <a:ea typeface="Aptos" panose="020B0004020202020204" pitchFamily="34" charset="0"/>
                <a:cs typeface="Arial" panose="020B0604020202020204" pitchFamily="34" charset="0"/>
              </a:rPr>
              <a:t>Final Project</a:t>
            </a:r>
            <a:r>
              <a:rPr lang="en-SA" sz="1400" b="1" kern="100" dirty="0">
                <a:solidFill>
                  <a:srgbClr val="CE4E26"/>
                </a:solidFill>
                <a:latin typeface="Montserrat" panose="00000500000000000000" pitchFamily="2" charset="0"/>
                <a:ea typeface="Aptos" panose="020B0004020202020204" pitchFamily="34" charset="0"/>
                <a:cs typeface="Arial" panose="020B0604020202020204" pitchFamily="34" charset="0"/>
              </a:rPr>
              <a:t> </a:t>
            </a:r>
            <a:r>
              <a:rPr lang="en-SA" sz="1400" kern="100" dirty="0">
                <a:solidFill>
                  <a:srgbClr val="CE4E26"/>
                </a:solidFill>
                <a:latin typeface="Montserrat" panose="00000500000000000000" pitchFamily="2" charset="0"/>
                <a:cs typeface="Arial" panose="020B0604020202020204" pitchFamily="34" charset="0"/>
              </a:rPr>
              <a:t>Presentation</a:t>
            </a:r>
            <a:endParaRPr sz="1800" kern="100" dirty="0">
              <a:solidFill>
                <a:srgbClr val="CE4E26"/>
              </a:solidFill>
              <a:latin typeface="Montserrat" panose="00000500000000000000" pitchFamily="2" charset="0"/>
              <a:cs typeface="Arial" panose="020B0604020202020204" pitchFamily="34" charset="0"/>
            </a:endParaRPr>
          </a:p>
        </p:txBody>
      </p:sp>
      <p:sp>
        <p:nvSpPr>
          <p:cNvPr id="255" name="Google Shape;255;p37"/>
          <p:cNvSpPr txBox="1">
            <a:spLocks noGrp="1"/>
          </p:cNvSpPr>
          <p:nvPr>
            <p:ph type="subTitle" idx="1"/>
          </p:nvPr>
        </p:nvSpPr>
        <p:spPr>
          <a:xfrm>
            <a:off x="1007095" y="3953568"/>
            <a:ext cx="4943413" cy="1138398"/>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sz="1200" b="1" dirty="0">
                <a:solidFill>
                  <a:schemeClr val="tx1">
                    <a:lumMod val="75000"/>
                  </a:schemeClr>
                </a:solidFill>
                <a:latin typeface="Montserrat" panose="00000500000000000000" pitchFamily="2" charset="0"/>
                <a:cs typeface="Times New Roman" panose="02020603050405020304" pitchFamily="18" charset="0"/>
              </a:rPr>
              <a:t>Presented by</a:t>
            </a:r>
          </a:p>
          <a:p>
            <a:pPr marL="0" lvl="0" indent="0" algn="ctr" rtl="0">
              <a:spcBef>
                <a:spcPts val="0"/>
              </a:spcBef>
              <a:spcAft>
                <a:spcPts val="0"/>
              </a:spcAft>
              <a:buNone/>
            </a:pPr>
            <a:r>
              <a:rPr lang="en-US" sz="1200" b="1" dirty="0">
                <a:solidFill>
                  <a:schemeClr val="tx1">
                    <a:lumMod val="75000"/>
                  </a:schemeClr>
                </a:solidFill>
                <a:latin typeface="Montserrat" panose="00000500000000000000" pitchFamily="2" charset="0"/>
                <a:cs typeface="Times New Roman" panose="02020603050405020304" pitchFamily="18" charset="0"/>
              </a:rPr>
              <a:t>Ahmed     </a:t>
            </a:r>
            <a:r>
              <a:rPr lang="en-US" sz="1200" b="1" dirty="0">
                <a:solidFill>
                  <a:srgbClr val="CE4E26"/>
                </a:solidFill>
                <a:latin typeface="Montserrat" panose="00000500000000000000" pitchFamily="2" charset="0"/>
                <a:cs typeface="Times New Roman" panose="02020603050405020304" pitchFamily="18" charset="0"/>
              </a:rPr>
              <a:t>Albahhar    |  </a:t>
            </a:r>
            <a:r>
              <a:rPr lang="en-US" sz="1200" b="1" dirty="0">
                <a:solidFill>
                  <a:schemeClr val="tx1">
                    <a:lumMod val="75000"/>
                  </a:schemeClr>
                </a:solidFill>
                <a:latin typeface="Montserrat" panose="00000500000000000000" pitchFamily="2" charset="0"/>
                <a:cs typeface="Times New Roman" panose="02020603050405020304" pitchFamily="18" charset="0"/>
              </a:rPr>
              <a:t>Ayasha</a:t>
            </a:r>
            <a:r>
              <a:rPr lang="en-US" sz="1200" b="1" dirty="0">
                <a:solidFill>
                  <a:srgbClr val="CE4E26"/>
                </a:solidFill>
                <a:latin typeface="Montserrat" panose="00000500000000000000" pitchFamily="2" charset="0"/>
                <a:cs typeface="Times New Roman" panose="02020603050405020304" pitchFamily="18" charset="0"/>
              </a:rPr>
              <a:t> Saquib </a:t>
            </a:r>
          </a:p>
          <a:p>
            <a:pPr marL="0" lvl="0" indent="0" algn="ctr" rtl="0">
              <a:spcBef>
                <a:spcPts val="0"/>
              </a:spcBef>
              <a:spcAft>
                <a:spcPts val="0"/>
              </a:spcAft>
              <a:buNone/>
            </a:pPr>
            <a:r>
              <a:rPr lang="en-US" sz="1200" b="1" dirty="0">
                <a:solidFill>
                  <a:schemeClr val="tx1">
                    <a:lumMod val="75000"/>
                  </a:schemeClr>
                </a:solidFill>
                <a:latin typeface="Montserrat" panose="00000500000000000000" pitchFamily="2" charset="0"/>
                <a:cs typeface="Times New Roman" panose="02020603050405020304" pitchFamily="18" charset="0"/>
              </a:rPr>
              <a:t>Taghreed</a:t>
            </a:r>
            <a:r>
              <a:rPr lang="en-US" sz="1200" b="1" dirty="0">
                <a:solidFill>
                  <a:srgbClr val="CE4E26"/>
                </a:solidFill>
                <a:latin typeface="Montserrat" panose="00000500000000000000" pitchFamily="2" charset="0"/>
                <a:cs typeface="Times New Roman" panose="02020603050405020304" pitchFamily="18" charset="0"/>
              </a:rPr>
              <a:t> Al Qahtani | </a:t>
            </a:r>
            <a:r>
              <a:rPr lang="en-US" sz="1200" b="1" dirty="0">
                <a:solidFill>
                  <a:schemeClr val="tx1">
                    <a:lumMod val="75000"/>
                  </a:schemeClr>
                </a:solidFill>
                <a:latin typeface="Montserrat" panose="00000500000000000000" pitchFamily="2" charset="0"/>
                <a:cs typeface="Times New Roman" panose="02020603050405020304" pitchFamily="18" charset="0"/>
              </a:rPr>
              <a:t>Chigozie</a:t>
            </a:r>
            <a:r>
              <a:rPr lang="en-US" sz="1200" b="1" dirty="0">
                <a:solidFill>
                  <a:srgbClr val="CE4E26"/>
                </a:solidFill>
                <a:latin typeface="Montserrat" panose="00000500000000000000" pitchFamily="2" charset="0"/>
                <a:cs typeface="Times New Roman" panose="02020603050405020304" pitchFamily="18" charset="0"/>
              </a:rPr>
              <a:t> Obasi </a:t>
            </a:r>
            <a:endParaRPr lang="en" sz="1200" b="1" dirty="0">
              <a:solidFill>
                <a:srgbClr val="CE4E26"/>
              </a:solidFill>
              <a:latin typeface="Montserrat" panose="00000500000000000000" pitchFamily="2" charset="0"/>
              <a:cs typeface="Times New Roman" panose="02020603050405020304" pitchFamily="18" charset="0"/>
            </a:endParaRPr>
          </a:p>
        </p:txBody>
      </p:sp>
      <p:grpSp>
        <p:nvGrpSpPr>
          <p:cNvPr id="256" name="Google Shape;256;p37"/>
          <p:cNvGrpSpPr/>
          <p:nvPr/>
        </p:nvGrpSpPr>
        <p:grpSpPr>
          <a:xfrm>
            <a:off x="6942300" y="0"/>
            <a:ext cx="2201700" cy="5143500"/>
            <a:chOff x="6942300" y="0"/>
            <a:chExt cx="2201700" cy="5143500"/>
          </a:xfrm>
        </p:grpSpPr>
        <p:sp>
          <p:nvSpPr>
            <p:cNvPr id="257" name="Google Shape;257;p37"/>
            <p:cNvSpPr/>
            <p:nvPr/>
          </p:nvSpPr>
          <p:spPr>
            <a:xfrm>
              <a:off x="6942300" y="0"/>
              <a:ext cx="2201700" cy="34572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7"/>
            <p:cNvSpPr/>
            <p:nvPr/>
          </p:nvSpPr>
          <p:spPr>
            <a:xfrm>
              <a:off x="6942300" y="3457200"/>
              <a:ext cx="2201700" cy="16863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37"/>
          <p:cNvGrpSpPr/>
          <p:nvPr/>
        </p:nvGrpSpPr>
        <p:grpSpPr>
          <a:xfrm>
            <a:off x="6399423" y="342725"/>
            <a:ext cx="2434177" cy="4836222"/>
            <a:chOff x="6399423" y="342725"/>
            <a:chExt cx="2434177" cy="4836222"/>
          </a:xfrm>
        </p:grpSpPr>
        <p:pic>
          <p:nvPicPr>
            <p:cNvPr id="260" name="Google Shape;260;p37"/>
            <p:cNvPicPr preferRelativeResize="0"/>
            <p:nvPr/>
          </p:nvPicPr>
          <p:blipFill>
            <a:blip r:embed="rId3">
              <a:alphaModFix/>
            </a:blip>
            <a:stretch>
              <a:fillRect/>
            </a:stretch>
          </p:blipFill>
          <p:spPr>
            <a:xfrm rot="-6068477">
              <a:off x="6271990" y="3167422"/>
              <a:ext cx="2208122" cy="1555905"/>
            </a:xfrm>
            <a:prstGeom prst="rect">
              <a:avLst/>
            </a:prstGeom>
            <a:noFill/>
            <a:ln>
              <a:noFill/>
            </a:ln>
            <a:effectLst>
              <a:outerShdw blurRad="57150" dist="19050" dir="5400000" algn="bl" rotWithShape="0">
                <a:schemeClr val="dk1">
                  <a:alpha val="50000"/>
                </a:schemeClr>
              </a:outerShdw>
            </a:effectLst>
          </p:spPr>
        </p:pic>
        <p:pic>
          <p:nvPicPr>
            <p:cNvPr id="261" name="Google Shape;261;p37"/>
            <p:cNvPicPr preferRelativeResize="0"/>
            <p:nvPr/>
          </p:nvPicPr>
          <p:blipFill>
            <a:blip r:embed="rId4">
              <a:alphaModFix/>
            </a:blip>
            <a:stretch>
              <a:fillRect/>
            </a:stretch>
          </p:blipFill>
          <p:spPr>
            <a:xfrm>
              <a:off x="6500851" y="342725"/>
              <a:ext cx="1750402" cy="1366269"/>
            </a:xfrm>
            <a:prstGeom prst="rect">
              <a:avLst/>
            </a:prstGeom>
            <a:noFill/>
            <a:ln>
              <a:noFill/>
            </a:ln>
            <a:effectLst>
              <a:outerShdw blurRad="57150" dist="19050" dir="5400000" algn="bl" rotWithShape="0">
                <a:schemeClr val="dk1">
                  <a:alpha val="50000"/>
                </a:schemeClr>
              </a:outerShdw>
            </a:effectLst>
          </p:spPr>
        </p:pic>
        <p:pic>
          <p:nvPicPr>
            <p:cNvPr id="262" name="Google Shape;262;p37"/>
            <p:cNvPicPr preferRelativeResize="0"/>
            <p:nvPr/>
          </p:nvPicPr>
          <p:blipFill>
            <a:blip r:embed="rId5">
              <a:alphaModFix/>
            </a:blip>
            <a:stretch>
              <a:fillRect/>
            </a:stretch>
          </p:blipFill>
          <p:spPr>
            <a:xfrm>
              <a:off x="6672325" y="1334260"/>
              <a:ext cx="1854576" cy="1430415"/>
            </a:xfrm>
            <a:prstGeom prst="rect">
              <a:avLst/>
            </a:prstGeom>
            <a:noFill/>
            <a:ln>
              <a:noFill/>
            </a:ln>
            <a:effectLst>
              <a:outerShdw blurRad="57150" dist="19050" dir="5400000" algn="bl" rotWithShape="0">
                <a:schemeClr val="dk1">
                  <a:alpha val="50000"/>
                </a:schemeClr>
              </a:outerShdw>
            </a:effectLst>
          </p:spPr>
        </p:pic>
        <p:pic>
          <p:nvPicPr>
            <p:cNvPr id="263" name="Google Shape;263;p37"/>
            <p:cNvPicPr preferRelativeResize="0"/>
            <p:nvPr/>
          </p:nvPicPr>
          <p:blipFill>
            <a:blip r:embed="rId6">
              <a:alphaModFix/>
            </a:blip>
            <a:stretch>
              <a:fillRect/>
            </a:stretch>
          </p:blipFill>
          <p:spPr>
            <a:xfrm>
              <a:off x="7995951" y="2614099"/>
              <a:ext cx="356725" cy="361475"/>
            </a:xfrm>
            <a:prstGeom prst="rect">
              <a:avLst/>
            </a:prstGeom>
            <a:noFill/>
            <a:ln>
              <a:noFill/>
            </a:ln>
            <a:effectLst>
              <a:outerShdw blurRad="57150" dist="19050" dir="5400000" algn="bl" rotWithShape="0">
                <a:schemeClr val="dk1">
                  <a:alpha val="50000"/>
                </a:schemeClr>
              </a:outerShdw>
            </a:effectLst>
          </p:spPr>
        </p:pic>
        <p:pic>
          <p:nvPicPr>
            <p:cNvPr id="264" name="Google Shape;264;p37"/>
            <p:cNvPicPr preferRelativeResize="0"/>
            <p:nvPr/>
          </p:nvPicPr>
          <p:blipFill>
            <a:blip r:embed="rId7">
              <a:alphaModFix/>
            </a:blip>
            <a:stretch>
              <a:fillRect/>
            </a:stretch>
          </p:blipFill>
          <p:spPr>
            <a:xfrm>
              <a:off x="8476875" y="3195835"/>
              <a:ext cx="356725" cy="402915"/>
            </a:xfrm>
            <a:prstGeom prst="rect">
              <a:avLst/>
            </a:prstGeom>
            <a:noFill/>
            <a:ln>
              <a:noFill/>
            </a:ln>
            <a:effectLst>
              <a:outerShdw blurRad="57150" dist="19050" dir="5400000" algn="bl" rotWithShape="0">
                <a:schemeClr val="dk1">
                  <a:alpha val="50000"/>
                </a:schemeClr>
              </a:outerShdw>
            </a:effectLst>
          </p:spPr>
        </p:pic>
      </p:grpSp>
      <p:pic>
        <p:nvPicPr>
          <p:cNvPr id="3" name="Picture 2" descr="A blue and white logo&#10;&#10;Description automatically generated">
            <a:extLst>
              <a:ext uri="{FF2B5EF4-FFF2-40B4-BE49-F238E27FC236}">
                <a16:creationId xmlns:a16="http://schemas.microsoft.com/office/drawing/2014/main" id="{257D4ADE-0E47-3D41-A42F-9F771592C8A6}"/>
              </a:ext>
            </a:extLst>
          </p:cNvPr>
          <p:cNvPicPr>
            <a:picLocks noChangeAspect="1"/>
          </p:cNvPicPr>
          <p:nvPr/>
        </p:nvPicPr>
        <p:blipFill>
          <a:blip r:embed="rId8"/>
          <a:stretch>
            <a:fillRect/>
          </a:stretch>
        </p:blipFill>
        <p:spPr>
          <a:xfrm>
            <a:off x="1278228" y="137349"/>
            <a:ext cx="4401146" cy="101403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1"/>
          <p:cNvSpPr txBox="1">
            <a:spLocks noGrp="1"/>
          </p:cNvSpPr>
          <p:nvPr>
            <p:ph type="title"/>
          </p:nvPr>
        </p:nvSpPr>
        <p:spPr>
          <a:xfrm>
            <a:off x="713225" y="2458613"/>
            <a:ext cx="5067600" cy="85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327" name="Google Shape;327;p41"/>
          <p:cNvSpPr txBox="1">
            <a:spLocks noGrp="1"/>
          </p:cNvSpPr>
          <p:nvPr>
            <p:ph type="title" idx="2"/>
          </p:nvPr>
        </p:nvSpPr>
        <p:spPr>
          <a:xfrm>
            <a:off x="713225" y="1456263"/>
            <a:ext cx="16521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grpSp>
        <p:nvGrpSpPr>
          <p:cNvPr id="329" name="Google Shape;329;p41"/>
          <p:cNvGrpSpPr/>
          <p:nvPr/>
        </p:nvGrpSpPr>
        <p:grpSpPr>
          <a:xfrm>
            <a:off x="5864900" y="-21400"/>
            <a:ext cx="3279000" cy="5164850"/>
            <a:chOff x="5864900" y="-21400"/>
            <a:chExt cx="3279000" cy="5164850"/>
          </a:xfrm>
        </p:grpSpPr>
        <p:sp>
          <p:nvSpPr>
            <p:cNvPr id="330" name="Google Shape;330;p41"/>
            <p:cNvSpPr/>
            <p:nvPr/>
          </p:nvSpPr>
          <p:spPr>
            <a:xfrm>
              <a:off x="5864900" y="-21400"/>
              <a:ext cx="3279000" cy="1754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1"/>
            <p:cNvSpPr/>
            <p:nvPr/>
          </p:nvSpPr>
          <p:spPr>
            <a:xfrm>
              <a:off x="5864900" y="1733350"/>
              <a:ext cx="3279000" cy="3410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2" name="Google Shape;332;p41"/>
          <p:cNvGrpSpPr/>
          <p:nvPr/>
        </p:nvGrpSpPr>
        <p:grpSpPr>
          <a:xfrm>
            <a:off x="5505088" y="301599"/>
            <a:ext cx="3415670" cy="4627224"/>
            <a:chOff x="5505088" y="301599"/>
            <a:chExt cx="3415670" cy="4627224"/>
          </a:xfrm>
        </p:grpSpPr>
        <p:pic>
          <p:nvPicPr>
            <p:cNvPr id="333" name="Google Shape;333;p41"/>
            <p:cNvPicPr preferRelativeResize="0"/>
            <p:nvPr/>
          </p:nvPicPr>
          <p:blipFill>
            <a:blip r:embed="rId3">
              <a:alphaModFix/>
            </a:blip>
            <a:stretch>
              <a:fillRect/>
            </a:stretch>
          </p:blipFill>
          <p:spPr>
            <a:xfrm>
              <a:off x="7946414" y="2953225"/>
              <a:ext cx="773000" cy="1650775"/>
            </a:xfrm>
            <a:prstGeom prst="rect">
              <a:avLst/>
            </a:prstGeom>
            <a:noFill/>
            <a:ln>
              <a:noFill/>
            </a:ln>
            <a:effectLst>
              <a:outerShdw blurRad="57150" dist="19050" dir="5400000" algn="bl" rotWithShape="0">
                <a:schemeClr val="dk1">
                  <a:alpha val="50000"/>
                </a:schemeClr>
              </a:outerShdw>
            </a:effectLst>
          </p:spPr>
        </p:pic>
        <p:pic>
          <p:nvPicPr>
            <p:cNvPr id="334" name="Google Shape;334;p41"/>
            <p:cNvPicPr preferRelativeResize="0"/>
            <p:nvPr/>
          </p:nvPicPr>
          <p:blipFill>
            <a:blip r:embed="rId4">
              <a:alphaModFix/>
            </a:blip>
            <a:stretch>
              <a:fillRect/>
            </a:stretch>
          </p:blipFill>
          <p:spPr>
            <a:xfrm>
              <a:off x="7651396" y="398973"/>
              <a:ext cx="1269362" cy="1754764"/>
            </a:xfrm>
            <a:prstGeom prst="rect">
              <a:avLst/>
            </a:prstGeom>
            <a:noFill/>
            <a:ln>
              <a:noFill/>
            </a:ln>
            <a:effectLst>
              <a:outerShdw blurRad="57150" dist="19050" dir="5400000" algn="bl" rotWithShape="0">
                <a:schemeClr val="dk1">
                  <a:alpha val="50000"/>
                </a:schemeClr>
              </a:outerShdw>
            </a:effectLst>
          </p:spPr>
        </p:pic>
        <p:pic>
          <p:nvPicPr>
            <p:cNvPr id="335" name="Google Shape;335;p41"/>
            <p:cNvPicPr preferRelativeResize="0"/>
            <p:nvPr/>
          </p:nvPicPr>
          <p:blipFill>
            <a:blip r:embed="rId5">
              <a:alphaModFix/>
            </a:blip>
            <a:stretch>
              <a:fillRect/>
            </a:stretch>
          </p:blipFill>
          <p:spPr>
            <a:xfrm>
              <a:off x="5505089" y="3128048"/>
              <a:ext cx="1467974" cy="1754763"/>
            </a:xfrm>
            <a:prstGeom prst="rect">
              <a:avLst/>
            </a:prstGeom>
            <a:noFill/>
            <a:ln>
              <a:noFill/>
            </a:ln>
            <a:effectLst>
              <a:outerShdw blurRad="57150" dist="19050" dir="5400000" algn="bl" rotWithShape="0">
                <a:schemeClr val="dk1">
                  <a:alpha val="50000"/>
                </a:schemeClr>
              </a:outerShdw>
            </a:effectLst>
          </p:spPr>
        </p:pic>
        <p:pic>
          <p:nvPicPr>
            <p:cNvPr id="336" name="Google Shape;336;p41"/>
            <p:cNvPicPr preferRelativeResize="0"/>
            <p:nvPr/>
          </p:nvPicPr>
          <p:blipFill>
            <a:blip r:embed="rId6">
              <a:alphaModFix/>
            </a:blip>
            <a:stretch>
              <a:fillRect/>
            </a:stretch>
          </p:blipFill>
          <p:spPr>
            <a:xfrm>
              <a:off x="5505088" y="1074624"/>
              <a:ext cx="2020051" cy="1576749"/>
            </a:xfrm>
            <a:prstGeom prst="rect">
              <a:avLst/>
            </a:prstGeom>
            <a:noFill/>
            <a:ln>
              <a:noFill/>
            </a:ln>
            <a:effectLst>
              <a:outerShdw blurRad="57150" dist="19050" dir="5400000" algn="bl" rotWithShape="0">
                <a:schemeClr val="dk1">
                  <a:alpha val="50000"/>
                </a:schemeClr>
              </a:outerShdw>
            </a:effectLst>
          </p:spPr>
        </p:pic>
        <p:pic>
          <p:nvPicPr>
            <p:cNvPr id="337" name="Google Shape;337;p41"/>
            <p:cNvPicPr preferRelativeResize="0"/>
            <p:nvPr/>
          </p:nvPicPr>
          <p:blipFill>
            <a:blip r:embed="rId7">
              <a:alphaModFix/>
            </a:blip>
            <a:stretch>
              <a:fillRect/>
            </a:stretch>
          </p:blipFill>
          <p:spPr>
            <a:xfrm>
              <a:off x="6382225" y="301599"/>
              <a:ext cx="469561" cy="475800"/>
            </a:xfrm>
            <a:prstGeom prst="rect">
              <a:avLst/>
            </a:prstGeom>
            <a:noFill/>
            <a:ln>
              <a:noFill/>
            </a:ln>
            <a:effectLst>
              <a:outerShdw blurRad="57150" dist="19050" dir="5400000" algn="bl" rotWithShape="0">
                <a:schemeClr val="dk1">
                  <a:alpha val="50000"/>
                </a:schemeClr>
              </a:outerShdw>
            </a:effectLst>
          </p:spPr>
        </p:pic>
        <p:pic>
          <p:nvPicPr>
            <p:cNvPr id="338" name="Google Shape;338;p41"/>
            <p:cNvPicPr preferRelativeResize="0"/>
            <p:nvPr/>
          </p:nvPicPr>
          <p:blipFill>
            <a:blip r:embed="rId8">
              <a:alphaModFix/>
            </a:blip>
            <a:stretch>
              <a:fillRect/>
            </a:stretch>
          </p:blipFill>
          <p:spPr>
            <a:xfrm rot="4212119">
              <a:off x="6950302" y="4326788"/>
              <a:ext cx="490873" cy="554426"/>
            </a:xfrm>
            <a:prstGeom prst="rect">
              <a:avLst/>
            </a:prstGeom>
            <a:noFill/>
            <a:ln>
              <a:noFill/>
            </a:ln>
            <a:effectLst>
              <a:outerShdw blurRad="57150" dist="19050" dir="5400000" algn="bl" rotWithShape="0">
                <a:schemeClr val="dk1">
                  <a:alpha val="50000"/>
                </a:schemeClr>
              </a:outerShdw>
            </a:effectLst>
          </p:spPr>
        </p:pic>
        <p:pic>
          <p:nvPicPr>
            <p:cNvPr id="339" name="Google Shape;339;p41"/>
            <p:cNvPicPr preferRelativeResize="0"/>
            <p:nvPr/>
          </p:nvPicPr>
          <p:blipFill>
            <a:blip r:embed="rId7">
              <a:alphaModFix/>
            </a:blip>
            <a:stretch>
              <a:fillRect/>
            </a:stretch>
          </p:blipFill>
          <p:spPr>
            <a:xfrm>
              <a:off x="7347225" y="3477649"/>
              <a:ext cx="469561" cy="475800"/>
            </a:xfrm>
            <a:prstGeom prst="rect">
              <a:avLst/>
            </a:prstGeom>
            <a:noFill/>
            <a:ln>
              <a:noFill/>
            </a:ln>
            <a:effectLst>
              <a:outerShdw blurRad="57150" dist="19050" dir="5400000" algn="bl" rotWithShape="0">
                <a:schemeClr val="dk1">
                  <a:alpha val="50000"/>
                </a:schemeClr>
              </a:outerShdw>
            </a:effectLst>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1"/>
          <p:cNvSpPr txBox="1">
            <a:spLocks noGrp="1"/>
          </p:cNvSpPr>
          <p:nvPr>
            <p:ph type="title"/>
          </p:nvPr>
        </p:nvSpPr>
        <p:spPr>
          <a:xfrm>
            <a:off x="347566" y="1391430"/>
            <a:ext cx="5391077" cy="8553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US" sz="4400" dirty="0"/>
              <a:t>What Are Drug Shortages?</a:t>
            </a:r>
            <a:endParaRPr sz="4400" dirty="0"/>
          </a:p>
        </p:txBody>
      </p:sp>
      <p:sp>
        <p:nvSpPr>
          <p:cNvPr id="328" name="Google Shape;328;p41"/>
          <p:cNvSpPr txBox="1">
            <a:spLocks noGrp="1"/>
          </p:cNvSpPr>
          <p:nvPr>
            <p:ph type="subTitle" idx="1"/>
          </p:nvPr>
        </p:nvSpPr>
        <p:spPr>
          <a:xfrm>
            <a:off x="374360" y="2420054"/>
            <a:ext cx="5067600" cy="3750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sz="2000" dirty="0"/>
              <a:t>Drug shortages refer to a situation where the supply of a medication is insufficient to meet the demand. </a:t>
            </a:r>
            <a:endParaRPr sz="2000" dirty="0"/>
          </a:p>
        </p:txBody>
      </p:sp>
      <p:grpSp>
        <p:nvGrpSpPr>
          <p:cNvPr id="329" name="Google Shape;329;p41"/>
          <p:cNvGrpSpPr/>
          <p:nvPr/>
        </p:nvGrpSpPr>
        <p:grpSpPr>
          <a:xfrm>
            <a:off x="5864900" y="-21400"/>
            <a:ext cx="3279000" cy="5164850"/>
            <a:chOff x="5864900" y="-21400"/>
            <a:chExt cx="3279000" cy="5164850"/>
          </a:xfrm>
        </p:grpSpPr>
        <p:sp>
          <p:nvSpPr>
            <p:cNvPr id="330" name="Google Shape;330;p41"/>
            <p:cNvSpPr/>
            <p:nvPr/>
          </p:nvSpPr>
          <p:spPr>
            <a:xfrm>
              <a:off x="5864900" y="-21400"/>
              <a:ext cx="3279000" cy="1754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1"/>
            <p:cNvSpPr/>
            <p:nvPr/>
          </p:nvSpPr>
          <p:spPr>
            <a:xfrm>
              <a:off x="5864900" y="1733350"/>
              <a:ext cx="3279000" cy="3410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2" name="Google Shape;332;p41"/>
          <p:cNvGrpSpPr/>
          <p:nvPr/>
        </p:nvGrpSpPr>
        <p:grpSpPr>
          <a:xfrm>
            <a:off x="5505088" y="301599"/>
            <a:ext cx="3415670" cy="4627224"/>
            <a:chOff x="5505088" y="301599"/>
            <a:chExt cx="3415670" cy="4627224"/>
          </a:xfrm>
        </p:grpSpPr>
        <p:pic>
          <p:nvPicPr>
            <p:cNvPr id="333" name="Google Shape;333;p41"/>
            <p:cNvPicPr preferRelativeResize="0"/>
            <p:nvPr/>
          </p:nvPicPr>
          <p:blipFill>
            <a:blip r:embed="rId3">
              <a:alphaModFix/>
            </a:blip>
            <a:stretch>
              <a:fillRect/>
            </a:stretch>
          </p:blipFill>
          <p:spPr>
            <a:xfrm>
              <a:off x="7946414" y="2953225"/>
              <a:ext cx="773000" cy="1650775"/>
            </a:xfrm>
            <a:prstGeom prst="rect">
              <a:avLst/>
            </a:prstGeom>
            <a:noFill/>
            <a:ln>
              <a:noFill/>
            </a:ln>
            <a:effectLst>
              <a:outerShdw blurRad="57150" dist="19050" dir="5400000" algn="bl" rotWithShape="0">
                <a:schemeClr val="dk1">
                  <a:alpha val="50000"/>
                </a:schemeClr>
              </a:outerShdw>
            </a:effectLst>
          </p:spPr>
        </p:pic>
        <p:pic>
          <p:nvPicPr>
            <p:cNvPr id="334" name="Google Shape;334;p41"/>
            <p:cNvPicPr preferRelativeResize="0"/>
            <p:nvPr/>
          </p:nvPicPr>
          <p:blipFill>
            <a:blip r:embed="rId4">
              <a:alphaModFix/>
            </a:blip>
            <a:stretch>
              <a:fillRect/>
            </a:stretch>
          </p:blipFill>
          <p:spPr>
            <a:xfrm>
              <a:off x="7651396" y="398973"/>
              <a:ext cx="1269362" cy="1754764"/>
            </a:xfrm>
            <a:prstGeom prst="rect">
              <a:avLst/>
            </a:prstGeom>
            <a:noFill/>
            <a:ln>
              <a:noFill/>
            </a:ln>
            <a:effectLst>
              <a:outerShdw blurRad="57150" dist="19050" dir="5400000" algn="bl" rotWithShape="0">
                <a:schemeClr val="dk1">
                  <a:alpha val="50000"/>
                </a:schemeClr>
              </a:outerShdw>
            </a:effectLst>
          </p:spPr>
        </p:pic>
        <p:pic>
          <p:nvPicPr>
            <p:cNvPr id="335" name="Google Shape;335;p41"/>
            <p:cNvPicPr preferRelativeResize="0"/>
            <p:nvPr/>
          </p:nvPicPr>
          <p:blipFill>
            <a:blip r:embed="rId5">
              <a:alphaModFix/>
            </a:blip>
            <a:stretch>
              <a:fillRect/>
            </a:stretch>
          </p:blipFill>
          <p:spPr>
            <a:xfrm>
              <a:off x="5505089" y="3128048"/>
              <a:ext cx="1467974" cy="1754763"/>
            </a:xfrm>
            <a:prstGeom prst="rect">
              <a:avLst/>
            </a:prstGeom>
            <a:noFill/>
            <a:ln>
              <a:noFill/>
            </a:ln>
            <a:effectLst>
              <a:outerShdw blurRad="57150" dist="19050" dir="5400000" algn="bl" rotWithShape="0">
                <a:schemeClr val="dk1">
                  <a:alpha val="50000"/>
                </a:schemeClr>
              </a:outerShdw>
            </a:effectLst>
          </p:spPr>
        </p:pic>
        <p:pic>
          <p:nvPicPr>
            <p:cNvPr id="336" name="Google Shape;336;p41"/>
            <p:cNvPicPr preferRelativeResize="0"/>
            <p:nvPr/>
          </p:nvPicPr>
          <p:blipFill>
            <a:blip r:embed="rId6">
              <a:alphaModFix/>
            </a:blip>
            <a:stretch>
              <a:fillRect/>
            </a:stretch>
          </p:blipFill>
          <p:spPr>
            <a:xfrm>
              <a:off x="5505088" y="1074624"/>
              <a:ext cx="2020051" cy="1576749"/>
            </a:xfrm>
            <a:prstGeom prst="rect">
              <a:avLst/>
            </a:prstGeom>
            <a:noFill/>
            <a:ln>
              <a:noFill/>
            </a:ln>
            <a:effectLst>
              <a:outerShdw blurRad="57150" dist="19050" dir="5400000" algn="bl" rotWithShape="0">
                <a:schemeClr val="dk1">
                  <a:alpha val="50000"/>
                </a:schemeClr>
              </a:outerShdw>
            </a:effectLst>
          </p:spPr>
        </p:pic>
        <p:pic>
          <p:nvPicPr>
            <p:cNvPr id="337" name="Google Shape;337;p41"/>
            <p:cNvPicPr preferRelativeResize="0"/>
            <p:nvPr/>
          </p:nvPicPr>
          <p:blipFill>
            <a:blip r:embed="rId7">
              <a:alphaModFix/>
            </a:blip>
            <a:stretch>
              <a:fillRect/>
            </a:stretch>
          </p:blipFill>
          <p:spPr>
            <a:xfrm>
              <a:off x="6382225" y="301599"/>
              <a:ext cx="469561" cy="475800"/>
            </a:xfrm>
            <a:prstGeom prst="rect">
              <a:avLst/>
            </a:prstGeom>
            <a:noFill/>
            <a:ln>
              <a:noFill/>
            </a:ln>
            <a:effectLst>
              <a:outerShdw blurRad="57150" dist="19050" dir="5400000" algn="bl" rotWithShape="0">
                <a:schemeClr val="dk1">
                  <a:alpha val="50000"/>
                </a:schemeClr>
              </a:outerShdw>
            </a:effectLst>
          </p:spPr>
        </p:pic>
        <p:pic>
          <p:nvPicPr>
            <p:cNvPr id="338" name="Google Shape;338;p41"/>
            <p:cNvPicPr preferRelativeResize="0"/>
            <p:nvPr/>
          </p:nvPicPr>
          <p:blipFill>
            <a:blip r:embed="rId8">
              <a:alphaModFix/>
            </a:blip>
            <a:stretch>
              <a:fillRect/>
            </a:stretch>
          </p:blipFill>
          <p:spPr>
            <a:xfrm rot="4212119">
              <a:off x="6950302" y="4326788"/>
              <a:ext cx="490873" cy="554426"/>
            </a:xfrm>
            <a:prstGeom prst="rect">
              <a:avLst/>
            </a:prstGeom>
            <a:noFill/>
            <a:ln>
              <a:noFill/>
            </a:ln>
            <a:effectLst>
              <a:outerShdw blurRad="57150" dist="19050" dir="5400000" algn="bl" rotWithShape="0">
                <a:schemeClr val="dk1">
                  <a:alpha val="50000"/>
                </a:schemeClr>
              </a:outerShdw>
            </a:effectLst>
          </p:spPr>
        </p:pic>
        <p:pic>
          <p:nvPicPr>
            <p:cNvPr id="339" name="Google Shape;339;p41"/>
            <p:cNvPicPr preferRelativeResize="0"/>
            <p:nvPr/>
          </p:nvPicPr>
          <p:blipFill>
            <a:blip r:embed="rId7">
              <a:alphaModFix/>
            </a:blip>
            <a:stretch>
              <a:fillRect/>
            </a:stretch>
          </p:blipFill>
          <p:spPr>
            <a:xfrm>
              <a:off x="7347225" y="3477649"/>
              <a:ext cx="469561" cy="475800"/>
            </a:xfrm>
            <a:prstGeom prst="rect">
              <a:avLst/>
            </a:prstGeom>
            <a:noFill/>
            <a:ln>
              <a:noFill/>
            </a:ln>
            <a:effectLst>
              <a:outerShdw blurRad="57150" dist="19050" dir="5400000" algn="bl" rotWithShape="0">
                <a:schemeClr val="dk1">
                  <a:alpha val="50000"/>
                </a:scheme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2"/>
          <p:cNvSpPr txBox="1">
            <a:spLocks noGrp="1"/>
          </p:cNvSpPr>
          <p:nvPr>
            <p:ph type="title"/>
          </p:nvPr>
        </p:nvSpPr>
        <p:spPr>
          <a:xfrm>
            <a:off x="797825" y="429527"/>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t>Causes of shortages and their impact</a:t>
            </a:r>
            <a:endParaRPr sz="3200" dirty="0"/>
          </a:p>
        </p:txBody>
      </p:sp>
      <p:pic>
        <p:nvPicPr>
          <p:cNvPr id="9" name="Picture 8" descr="A screenshot of a black background&#10;&#10;Description automatically generated">
            <a:extLst>
              <a:ext uri="{FF2B5EF4-FFF2-40B4-BE49-F238E27FC236}">
                <a16:creationId xmlns:a16="http://schemas.microsoft.com/office/drawing/2014/main" id="{B7AF8C3F-8EF4-5938-FE18-AE4D6A7A2A1C}"/>
              </a:ext>
            </a:extLst>
          </p:cNvPr>
          <p:cNvPicPr>
            <a:picLocks noChangeAspect="1"/>
          </p:cNvPicPr>
          <p:nvPr/>
        </p:nvPicPr>
        <p:blipFill>
          <a:blip r:embed="rId3"/>
          <a:stretch>
            <a:fillRect/>
          </a:stretch>
        </p:blipFill>
        <p:spPr>
          <a:xfrm>
            <a:off x="797825" y="1536821"/>
            <a:ext cx="8556562" cy="3285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up)">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3"/>
          <p:cNvSpPr txBox="1">
            <a:spLocks noGrp="1"/>
          </p:cNvSpPr>
          <p:nvPr>
            <p:ph type="title"/>
          </p:nvPr>
        </p:nvSpPr>
        <p:spPr>
          <a:xfrm>
            <a:off x="609032" y="249298"/>
            <a:ext cx="5135306" cy="125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dirty="0"/>
              <a:t>The Ozempic Shortage: A Growing Healthcare Challenge"</a:t>
            </a:r>
            <a:endParaRPr sz="3200" dirty="0"/>
          </a:p>
        </p:txBody>
      </p:sp>
      <p:grpSp>
        <p:nvGrpSpPr>
          <p:cNvPr id="353" name="Google Shape;353;p43"/>
          <p:cNvGrpSpPr/>
          <p:nvPr/>
        </p:nvGrpSpPr>
        <p:grpSpPr>
          <a:xfrm>
            <a:off x="6473875" y="0"/>
            <a:ext cx="2670000" cy="5143450"/>
            <a:chOff x="6473875" y="0"/>
            <a:chExt cx="2670000" cy="5143450"/>
          </a:xfrm>
        </p:grpSpPr>
        <p:sp>
          <p:nvSpPr>
            <p:cNvPr id="354" name="Google Shape;354;p43"/>
            <p:cNvSpPr/>
            <p:nvPr/>
          </p:nvSpPr>
          <p:spPr>
            <a:xfrm>
              <a:off x="6473875" y="0"/>
              <a:ext cx="2670000" cy="29325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3"/>
            <p:cNvSpPr/>
            <p:nvPr/>
          </p:nvSpPr>
          <p:spPr>
            <a:xfrm>
              <a:off x="6473875" y="2932450"/>
              <a:ext cx="2670000" cy="22110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6" name="Google Shape;356;p43"/>
          <p:cNvGrpSpPr/>
          <p:nvPr/>
        </p:nvGrpSpPr>
        <p:grpSpPr>
          <a:xfrm>
            <a:off x="5645399" y="249301"/>
            <a:ext cx="3378281" cy="4994949"/>
            <a:chOff x="5645399" y="249301"/>
            <a:chExt cx="3378281" cy="4994949"/>
          </a:xfrm>
        </p:grpSpPr>
        <p:pic>
          <p:nvPicPr>
            <p:cNvPr id="357" name="Google Shape;357;p43"/>
            <p:cNvPicPr preferRelativeResize="0"/>
            <p:nvPr/>
          </p:nvPicPr>
          <p:blipFill>
            <a:blip r:embed="rId3">
              <a:alphaModFix/>
            </a:blip>
            <a:stretch>
              <a:fillRect/>
            </a:stretch>
          </p:blipFill>
          <p:spPr>
            <a:xfrm rot="347576">
              <a:off x="7138689" y="760989"/>
              <a:ext cx="1801032" cy="1754767"/>
            </a:xfrm>
            <a:prstGeom prst="rect">
              <a:avLst/>
            </a:prstGeom>
            <a:noFill/>
            <a:ln>
              <a:noFill/>
            </a:ln>
            <a:effectLst>
              <a:outerShdw blurRad="57150" dist="19050" dir="5400000" algn="bl" rotWithShape="0">
                <a:schemeClr val="dk1">
                  <a:alpha val="50000"/>
                </a:schemeClr>
              </a:outerShdw>
            </a:effectLst>
          </p:spPr>
        </p:pic>
        <p:pic>
          <p:nvPicPr>
            <p:cNvPr id="358" name="Google Shape;358;p43"/>
            <p:cNvPicPr preferRelativeResize="0"/>
            <p:nvPr/>
          </p:nvPicPr>
          <p:blipFill>
            <a:blip r:embed="rId4">
              <a:alphaModFix/>
            </a:blip>
            <a:stretch>
              <a:fillRect/>
            </a:stretch>
          </p:blipFill>
          <p:spPr>
            <a:xfrm rot="2130222">
              <a:off x="6175418" y="355805"/>
              <a:ext cx="801891" cy="1359114"/>
            </a:xfrm>
            <a:prstGeom prst="rect">
              <a:avLst/>
            </a:prstGeom>
            <a:noFill/>
            <a:ln>
              <a:noFill/>
            </a:ln>
            <a:effectLst>
              <a:outerShdw blurRad="57150" dist="19050" dir="5400000" algn="bl" rotWithShape="0">
                <a:schemeClr val="dk1">
                  <a:alpha val="50000"/>
                </a:schemeClr>
              </a:outerShdw>
            </a:effectLst>
          </p:spPr>
        </p:pic>
        <p:pic>
          <p:nvPicPr>
            <p:cNvPr id="359" name="Google Shape;359;p43"/>
            <p:cNvPicPr preferRelativeResize="0"/>
            <p:nvPr/>
          </p:nvPicPr>
          <p:blipFill>
            <a:blip r:embed="rId5">
              <a:alphaModFix/>
            </a:blip>
            <a:stretch>
              <a:fillRect/>
            </a:stretch>
          </p:blipFill>
          <p:spPr>
            <a:xfrm rot="-6316830">
              <a:off x="5788144" y="3446927"/>
              <a:ext cx="1669361" cy="1570419"/>
            </a:xfrm>
            <a:prstGeom prst="rect">
              <a:avLst/>
            </a:prstGeom>
            <a:noFill/>
            <a:ln>
              <a:noFill/>
            </a:ln>
            <a:effectLst>
              <a:outerShdw blurRad="57150" dist="19050" dir="5400000" algn="bl" rotWithShape="0">
                <a:schemeClr val="dk1">
                  <a:alpha val="50000"/>
                </a:schemeClr>
              </a:outerShdw>
            </a:effectLst>
          </p:spPr>
        </p:pic>
        <p:pic>
          <p:nvPicPr>
            <p:cNvPr id="360" name="Google Shape;360;p43"/>
            <p:cNvPicPr preferRelativeResize="0"/>
            <p:nvPr/>
          </p:nvPicPr>
          <p:blipFill>
            <a:blip r:embed="rId6">
              <a:alphaModFix/>
            </a:blip>
            <a:stretch>
              <a:fillRect/>
            </a:stretch>
          </p:blipFill>
          <p:spPr>
            <a:xfrm>
              <a:off x="6769400" y="2207375"/>
              <a:ext cx="309700" cy="313800"/>
            </a:xfrm>
            <a:prstGeom prst="rect">
              <a:avLst/>
            </a:prstGeom>
            <a:noFill/>
            <a:ln>
              <a:noFill/>
            </a:ln>
            <a:effectLst>
              <a:outerShdw blurRad="57150" dist="19050" dir="5400000" algn="bl" rotWithShape="0">
                <a:schemeClr val="dk1">
                  <a:alpha val="50000"/>
                </a:schemeClr>
              </a:outerShdw>
            </a:effectLst>
          </p:spPr>
        </p:pic>
        <p:pic>
          <p:nvPicPr>
            <p:cNvPr id="361" name="Google Shape;361;p43"/>
            <p:cNvPicPr preferRelativeResize="0"/>
            <p:nvPr/>
          </p:nvPicPr>
          <p:blipFill>
            <a:blip r:embed="rId7">
              <a:alphaModFix/>
            </a:blip>
            <a:stretch>
              <a:fillRect/>
            </a:stretch>
          </p:blipFill>
          <p:spPr>
            <a:xfrm>
              <a:off x="8483425" y="2725054"/>
              <a:ext cx="385575" cy="435493"/>
            </a:xfrm>
            <a:prstGeom prst="rect">
              <a:avLst/>
            </a:prstGeom>
            <a:noFill/>
            <a:ln>
              <a:noFill/>
            </a:ln>
            <a:effectLst>
              <a:outerShdw blurRad="57150" dist="19050" dir="5400000" algn="bl" rotWithShape="0">
                <a:schemeClr val="dk1">
                  <a:alpha val="50000"/>
                </a:schemeClr>
              </a:outerShdw>
            </a:effectLst>
          </p:spPr>
        </p:pic>
        <p:pic>
          <p:nvPicPr>
            <p:cNvPr id="362" name="Google Shape;362;p43"/>
            <p:cNvPicPr preferRelativeResize="0"/>
            <p:nvPr/>
          </p:nvPicPr>
          <p:blipFill>
            <a:blip r:embed="rId8">
              <a:alphaModFix/>
            </a:blip>
            <a:stretch>
              <a:fillRect/>
            </a:stretch>
          </p:blipFill>
          <p:spPr>
            <a:xfrm rot="6569682">
              <a:off x="7320210" y="2932727"/>
              <a:ext cx="1276878" cy="1510899"/>
            </a:xfrm>
            <a:prstGeom prst="rect">
              <a:avLst/>
            </a:prstGeom>
            <a:noFill/>
            <a:ln>
              <a:noFill/>
            </a:ln>
            <a:effectLst>
              <a:outerShdw blurRad="57150" dist="19050" dir="5400000" algn="bl" rotWithShape="0">
                <a:schemeClr val="dk1">
                  <a:alpha val="50000"/>
                </a:schemeClr>
              </a:outerShdw>
            </a:effectLst>
          </p:spPr>
        </p:pic>
        <p:pic>
          <p:nvPicPr>
            <p:cNvPr id="363" name="Google Shape;363;p43"/>
            <p:cNvPicPr preferRelativeResize="0"/>
            <p:nvPr/>
          </p:nvPicPr>
          <p:blipFill>
            <a:blip r:embed="rId6">
              <a:alphaModFix/>
            </a:blip>
            <a:stretch>
              <a:fillRect/>
            </a:stretch>
          </p:blipFill>
          <p:spPr>
            <a:xfrm>
              <a:off x="8483429" y="297348"/>
              <a:ext cx="309700" cy="313800"/>
            </a:xfrm>
            <a:prstGeom prst="rect">
              <a:avLst/>
            </a:prstGeom>
            <a:noFill/>
            <a:ln>
              <a:noFill/>
            </a:ln>
            <a:effectLst>
              <a:outerShdw blurRad="57150" dist="19050" dir="5400000" algn="bl" rotWithShape="0">
                <a:schemeClr val="dk1">
                  <a:alpha val="50000"/>
                </a:schemeClr>
              </a:outerShdw>
            </a:effectLst>
          </p:spPr>
        </p:pic>
      </p:grpSp>
      <p:pic>
        <p:nvPicPr>
          <p:cNvPr id="5" name="Picture 4" descr="A close-up of a box&#10;&#10;Description automatically generated">
            <a:extLst>
              <a:ext uri="{FF2B5EF4-FFF2-40B4-BE49-F238E27FC236}">
                <a16:creationId xmlns:a16="http://schemas.microsoft.com/office/drawing/2014/main" id="{530E19FD-E61F-CC43-BF3E-60A53FF93268}"/>
              </a:ext>
            </a:extLst>
          </p:cNvPr>
          <p:cNvPicPr>
            <a:picLocks noChangeAspect="1"/>
          </p:cNvPicPr>
          <p:nvPr/>
        </p:nvPicPr>
        <p:blipFill>
          <a:blip r:embed="rId9"/>
          <a:srcRect b="25958"/>
          <a:stretch/>
        </p:blipFill>
        <p:spPr>
          <a:xfrm>
            <a:off x="0" y="1814256"/>
            <a:ext cx="2802764" cy="3403748"/>
          </a:xfrm>
          <a:prstGeom prst="rect">
            <a:avLst/>
          </a:prstGeom>
        </p:spPr>
      </p:pic>
      <p:pic>
        <p:nvPicPr>
          <p:cNvPr id="13" name="Picture 12" descr="A close-up of a syringe&#10;&#10;Description automatically generated">
            <a:extLst>
              <a:ext uri="{FF2B5EF4-FFF2-40B4-BE49-F238E27FC236}">
                <a16:creationId xmlns:a16="http://schemas.microsoft.com/office/drawing/2014/main" id="{48264F5C-19AF-B990-5831-54080AB5137B}"/>
              </a:ext>
            </a:extLst>
          </p:cNvPr>
          <p:cNvPicPr>
            <a:picLocks noChangeAspect="1"/>
          </p:cNvPicPr>
          <p:nvPr/>
        </p:nvPicPr>
        <p:blipFill>
          <a:blip r:embed="rId10"/>
          <a:srcRect t="19586"/>
          <a:stretch/>
        </p:blipFill>
        <p:spPr>
          <a:xfrm>
            <a:off x="2802764" y="210755"/>
            <a:ext cx="2652565" cy="3221342"/>
          </a:xfrm>
          <a:prstGeom prst="rect">
            <a:avLst/>
          </a:prstGeom>
        </p:spPr>
      </p:pic>
      <p:pic>
        <p:nvPicPr>
          <p:cNvPr id="3" name="Picture 2" descr="A screenshot of a phone&#10;&#10;Description automatically generated">
            <a:extLst>
              <a:ext uri="{FF2B5EF4-FFF2-40B4-BE49-F238E27FC236}">
                <a16:creationId xmlns:a16="http://schemas.microsoft.com/office/drawing/2014/main" id="{467A14FA-CCE8-29E8-4DF9-B869BD753BA4}"/>
              </a:ext>
            </a:extLst>
          </p:cNvPr>
          <p:cNvPicPr>
            <a:picLocks noChangeAspect="1"/>
          </p:cNvPicPr>
          <p:nvPr/>
        </p:nvPicPr>
        <p:blipFill>
          <a:blip r:embed="rId11"/>
          <a:stretch>
            <a:fillRect/>
          </a:stretch>
        </p:blipFill>
        <p:spPr>
          <a:xfrm>
            <a:off x="5420512" y="1298704"/>
            <a:ext cx="3317176" cy="3862288"/>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xit" presetSubtype="0" fill="hold" grpId="0" nodeType="clickEffect">
                                  <p:stCondLst>
                                    <p:cond delay="0"/>
                                  </p:stCondLst>
                                  <p:childTnLst>
                                    <p:animEffect transition="out" filter="dissolve">
                                      <p:cBhvr>
                                        <p:cTn id="6" dur="500"/>
                                        <p:tgtEl>
                                          <p:spTgt spid="351"/>
                                        </p:tgtEl>
                                      </p:cBhvr>
                                    </p:animEffect>
                                    <p:set>
                                      <p:cBhvr>
                                        <p:cTn id="7" dur="1" fill="hold">
                                          <p:stCondLst>
                                            <p:cond delay="499"/>
                                          </p:stCondLst>
                                        </p:cTn>
                                        <p:tgtEl>
                                          <p:spTgt spid="351"/>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nodeType="clickEffect">
                                  <p:stCondLst>
                                    <p:cond delay="0"/>
                                  </p:stCondLst>
                                  <p:childTnLst>
                                    <p:animEffect transition="out" filter="dissolve">
                                      <p:cBhvr>
                                        <p:cTn id="11" dur="500"/>
                                        <p:tgtEl>
                                          <p:spTgt spid="356"/>
                                        </p:tgtEl>
                                      </p:cBhvr>
                                    </p:animEffect>
                                    <p:set>
                                      <p:cBhvr>
                                        <p:cTn id="12" dur="1" fill="hold">
                                          <p:stCondLst>
                                            <p:cond delay="499"/>
                                          </p:stCondLst>
                                        </p:cTn>
                                        <p:tgtEl>
                                          <p:spTgt spid="35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1000" fill="hold"/>
                                        <p:tgtEl>
                                          <p:spTgt spid="5"/>
                                        </p:tgtEl>
                                        <p:attrNameLst>
                                          <p:attrName>ppt_x</p:attrName>
                                        </p:attrNameLst>
                                      </p:cBhvr>
                                      <p:tavLst>
                                        <p:tav tm="0">
                                          <p:val>
                                            <p:strVal val="#ppt_x"/>
                                          </p:val>
                                        </p:tav>
                                        <p:tav tm="100000">
                                          <p:val>
                                            <p:strVal val="#ppt_x"/>
                                          </p:val>
                                        </p:tav>
                                      </p:tavLst>
                                    </p:anim>
                                    <p:anim calcmode="lin" valueType="num">
                                      <p:cBhvr additive="base">
                                        <p:cTn id="18"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1000" fill="hold"/>
                                        <p:tgtEl>
                                          <p:spTgt spid="13"/>
                                        </p:tgtEl>
                                        <p:attrNameLst>
                                          <p:attrName>ppt_x</p:attrName>
                                        </p:attrNameLst>
                                      </p:cBhvr>
                                      <p:tavLst>
                                        <p:tav tm="0">
                                          <p:val>
                                            <p:strVal val="#ppt_x"/>
                                          </p:val>
                                        </p:tav>
                                        <p:tav tm="100000">
                                          <p:val>
                                            <p:strVal val="#ppt_x"/>
                                          </p:val>
                                        </p:tav>
                                      </p:tavLst>
                                    </p:anim>
                                    <p:anim calcmode="lin" valueType="num">
                                      <p:cBhvr additive="base">
                                        <p:cTn id="24" dur="10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1000" fill="hold"/>
                                        <p:tgtEl>
                                          <p:spTgt spid="3"/>
                                        </p:tgtEl>
                                        <p:attrNameLst>
                                          <p:attrName>ppt_x</p:attrName>
                                        </p:attrNameLst>
                                      </p:cBhvr>
                                      <p:tavLst>
                                        <p:tav tm="0">
                                          <p:val>
                                            <p:strVal val="#ppt_x"/>
                                          </p:val>
                                        </p:tav>
                                        <p:tav tm="100000">
                                          <p:val>
                                            <p:strVal val="#ppt_x"/>
                                          </p:val>
                                        </p:tav>
                                      </p:tavLst>
                                    </p:anim>
                                    <p:anim calcmode="lin" valueType="num">
                                      <p:cBhvr additive="base">
                                        <p:cTn id="30" dur="10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49"/>
          <p:cNvSpPr txBox="1">
            <a:spLocks noGrp="1"/>
          </p:cNvSpPr>
          <p:nvPr>
            <p:ph type="subTitle" idx="1"/>
          </p:nvPr>
        </p:nvSpPr>
        <p:spPr>
          <a:xfrm>
            <a:off x="647051" y="993897"/>
            <a:ext cx="4833000" cy="1863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“Yes, obesity is a disease just as worthy of treating as diabetes.”</a:t>
            </a:r>
            <a:endParaRPr dirty="0"/>
          </a:p>
        </p:txBody>
      </p:sp>
      <p:sp>
        <p:nvSpPr>
          <p:cNvPr id="451" name="Google Shape;451;p49"/>
          <p:cNvSpPr txBox="1">
            <a:spLocks noGrp="1"/>
          </p:cNvSpPr>
          <p:nvPr>
            <p:ph type="title"/>
          </p:nvPr>
        </p:nvSpPr>
        <p:spPr>
          <a:xfrm>
            <a:off x="1509853" y="2931057"/>
            <a:ext cx="3885000" cy="6618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—Anonymous</a:t>
            </a:r>
            <a:endParaRPr dirty="0"/>
          </a:p>
        </p:txBody>
      </p:sp>
      <p:grpSp>
        <p:nvGrpSpPr>
          <p:cNvPr id="452" name="Google Shape;452;p49"/>
          <p:cNvGrpSpPr/>
          <p:nvPr/>
        </p:nvGrpSpPr>
        <p:grpSpPr>
          <a:xfrm>
            <a:off x="6230275" y="-21400"/>
            <a:ext cx="2913600" cy="5164850"/>
            <a:chOff x="6230275" y="-21400"/>
            <a:chExt cx="2913600" cy="5164850"/>
          </a:xfrm>
        </p:grpSpPr>
        <p:sp>
          <p:nvSpPr>
            <p:cNvPr id="453" name="Google Shape;453;p49"/>
            <p:cNvSpPr/>
            <p:nvPr/>
          </p:nvSpPr>
          <p:spPr>
            <a:xfrm>
              <a:off x="6230275" y="-21400"/>
              <a:ext cx="2913600" cy="1754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49"/>
            <p:cNvSpPr/>
            <p:nvPr/>
          </p:nvSpPr>
          <p:spPr>
            <a:xfrm>
              <a:off x="6230275" y="1733350"/>
              <a:ext cx="2913600" cy="3410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5" name="Google Shape;455;p49"/>
          <p:cNvGrpSpPr/>
          <p:nvPr/>
        </p:nvGrpSpPr>
        <p:grpSpPr>
          <a:xfrm>
            <a:off x="5394854" y="84335"/>
            <a:ext cx="3594609" cy="4742283"/>
            <a:chOff x="5394854" y="84335"/>
            <a:chExt cx="3594609" cy="4742283"/>
          </a:xfrm>
        </p:grpSpPr>
        <p:pic>
          <p:nvPicPr>
            <p:cNvPr id="456" name="Google Shape;456;p49"/>
            <p:cNvPicPr preferRelativeResize="0"/>
            <p:nvPr/>
          </p:nvPicPr>
          <p:blipFill>
            <a:blip r:embed="rId3">
              <a:alphaModFix/>
            </a:blip>
            <a:stretch>
              <a:fillRect/>
            </a:stretch>
          </p:blipFill>
          <p:spPr>
            <a:xfrm rot="-10575549">
              <a:off x="6973459" y="3012874"/>
              <a:ext cx="1865311" cy="1754764"/>
            </a:xfrm>
            <a:prstGeom prst="rect">
              <a:avLst/>
            </a:prstGeom>
            <a:noFill/>
            <a:ln>
              <a:noFill/>
            </a:ln>
            <a:effectLst>
              <a:outerShdw blurRad="57150" dist="19050" dir="5400000" algn="bl" rotWithShape="0">
                <a:schemeClr val="dk1">
                  <a:alpha val="50000"/>
                </a:schemeClr>
              </a:outerShdw>
            </a:effectLst>
          </p:spPr>
        </p:pic>
        <p:pic>
          <p:nvPicPr>
            <p:cNvPr id="457" name="Google Shape;457;p49"/>
            <p:cNvPicPr preferRelativeResize="0"/>
            <p:nvPr/>
          </p:nvPicPr>
          <p:blipFill>
            <a:blip r:embed="rId4">
              <a:alphaModFix/>
            </a:blip>
            <a:stretch>
              <a:fillRect/>
            </a:stretch>
          </p:blipFill>
          <p:spPr>
            <a:xfrm rot="-1864086">
              <a:off x="7575615" y="225622"/>
              <a:ext cx="1035326" cy="1754768"/>
            </a:xfrm>
            <a:prstGeom prst="rect">
              <a:avLst/>
            </a:prstGeom>
            <a:noFill/>
            <a:ln>
              <a:noFill/>
            </a:ln>
            <a:effectLst>
              <a:outerShdw blurRad="57150" dist="19050" dir="5400000" algn="bl" rotWithShape="0">
                <a:schemeClr val="dk1">
                  <a:alpha val="50000"/>
                </a:schemeClr>
              </a:outerShdw>
            </a:effectLst>
          </p:spPr>
        </p:pic>
        <p:pic>
          <p:nvPicPr>
            <p:cNvPr id="458" name="Google Shape;458;p49"/>
            <p:cNvPicPr preferRelativeResize="0"/>
            <p:nvPr/>
          </p:nvPicPr>
          <p:blipFill>
            <a:blip r:embed="rId5">
              <a:alphaModFix/>
            </a:blip>
            <a:stretch>
              <a:fillRect/>
            </a:stretch>
          </p:blipFill>
          <p:spPr>
            <a:xfrm rot="-1468978">
              <a:off x="5692464" y="1441674"/>
              <a:ext cx="1467972" cy="1754764"/>
            </a:xfrm>
            <a:prstGeom prst="rect">
              <a:avLst/>
            </a:prstGeom>
            <a:noFill/>
            <a:ln>
              <a:noFill/>
            </a:ln>
            <a:effectLst>
              <a:outerShdw blurRad="57150" dist="19050" dir="5400000" algn="bl" rotWithShape="0">
                <a:schemeClr val="dk1">
                  <a:alpha val="50000"/>
                </a:schemeClr>
              </a:outerShdw>
            </a:effectLst>
          </p:spPr>
        </p:pic>
        <p:pic>
          <p:nvPicPr>
            <p:cNvPr id="459" name="Google Shape;459;p49"/>
            <p:cNvPicPr preferRelativeResize="0"/>
            <p:nvPr/>
          </p:nvPicPr>
          <p:blipFill>
            <a:blip r:embed="rId6">
              <a:alphaModFix/>
            </a:blip>
            <a:stretch>
              <a:fillRect/>
            </a:stretch>
          </p:blipFill>
          <p:spPr>
            <a:xfrm rot="4212119">
              <a:off x="8130777" y="2443638"/>
              <a:ext cx="490873" cy="554426"/>
            </a:xfrm>
            <a:prstGeom prst="rect">
              <a:avLst/>
            </a:prstGeom>
            <a:noFill/>
            <a:ln>
              <a:noFill/>
            </a:ln>
            <a:effectLst>
              <a:outerShdw blurRad="57150" dist="19050" dir="5400000" algn="bl" rotWithShape="0">
                <a:schemeClr val="dk1">
                  <a:alpha val="50000"/>
                </a:schemeClr>
              </a:outerShdw>
            </a:effectLst>
          </p:spPr>
        </p:pic>
        <p:pic>
          <p:nvPicPr>
            <p:cNvPr id="460" name="Google Shape;460;p49"/>
            <p:cNvPicPr preferRelativeResize="0"/>
            <p:nvPr/>
          </p:nvPicPr>
          <p:blipFill>
            <a:blip r:embed="rId7">
              <a:alphaModFix/>
            </a:blip>
            <a:stretch>
              <a:fillRect/>
            </a:stretch>
          </p:blipFill>
          <p:spPr>
            <a:xfrm>
              <a:off x="6550875" y="4231249"/>
              <a:ext cx="469561" cy="475800"/>
            </a:xfrm>
            <a:prstGeom prst="rect">
              <a:avLst/>
            </a:prstGeom>
            <a:noFill/>
            <a:ln>
              <a:noFill/>
            </a:ln>
            <a:effectLst>
              <a:outerShdw blurRad="57150" dist="19050" dir="5400000" algn="bl" rotWithShape="0">
                <a:schemeClr val="dk1">
                  <a:alpha val="50000"/>
                </a:schemeClr>
              </a:outerShdw>
            </a:effectLst>
          </p:spPr>
        </p:pic>
        <p:pic>
          <p:nvPicPr>
            <p:cNvPr id="461" name="Google Shape;461;p49"/>
            <p:cNvPicPr preferRelativeResize="0"/>
            <p:nvPr/>
          </p:nvPicPr>
          <p:blipFill>
            <a:blip r:embed="rId7">
              <a:alphaModFix/>
            </a:blip>
            <a:stretch>
              <a:fillRect/>
            </a:stretch>
          </p:blipFill>
          <p:spPr>
            <a:xfrm>
              <a:off x="6766400" y="380674"/>
              <a:ext cx="469561" cy="475800"/>
            </a:xfrm>
            <a:prstGeom prst="rect">
              <a:avLst/>
            </a:prstGeom>
            <a:noFill/>
            <a:ln>
              <a:noFill/>
            </a:ln>
            <a:effectLst>
              <a:outerShdw blurRad="57150" dist="19050" dir="5400000" algn="bl" rotWithShape="0">
                <a:schemeClr val="dk1">
                  <a:alpha val="50000"/>
                </a:schemeClr>
              </a:outerShdw>
            </a:effectLst>
          </p:spPr>
        </p:pic>
        <p:pic>
          <p:nvPicPr>
            <p:cNvPr id="462" name="Google Shape;462;p49"/>
            <p:cNvPicPr preferRelativeResize="0"/>
            <p:nvPr/>
          </p:nvPicPr>
          <p:blipFill>
            <a:blip r:embed="rId6">
              <a:alphaModFix/>
            </a:blip>
            <a:stretch>
              <a:fillRect/>
            </a:stretch>
          </p:blipFill>
          <p:spPr>
            <a:xfrm rot="854140">
              <a:off x="7072102" y="1908363"/>
              <a:ext cx="490872" cy="554426"/>
            </a:xfrm>
            <a:prstGeom prst="rect">
              <a:avLst/>
            </a:prstGeom>
            <a:noFill/>
            <a:ln>
              <a:noFill/>
            </a:ln>
            <a:effectLst>
              <a:outerShdw blurRad="57150" dist="19050" dir="5400000" algn="bl" rotWithShape="0">
                <a:schemeClr val="dk1">
                  <a:alpha val="50000"/>
                </a:schemeClr>
              </a:outerShdw>
            </a:effectLst>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Ozempic trend: 2019-2023</a:t>
            </a:r>
            <a:endParaRPr dirty="0"/>
          </a:p>
        </p:txBody>
      </p:sp>
      <p:pic>
        <p:nvPicPr>
          <p:cNvPr id="11" name="Picture 10">
            <a:extLst>
              <a:ext uri="{FF2B5EF4-FFF2-40B4-BE49-F238E27FC236}">
                <a16:creationId xmlns:a16="http://schemas.microsoft.com/office/drawing/2014/main" id="{0DD1648B-6523-6A4B-1262-944A9763049A}"/>
              </a:ext>
            </a:extLst>
          </p:cNvPr>
          <p:cNvPicPr>
            <a:picLocks noChangeAspect="1"/>
          </p:cNvPicPr>
          <p:nvPr/>
        </p:nvPicPr>
        <p:blipFill>
          <a:blip r:embed="rId3"/>
          <a:stretch>
            <a:fillRect/>
          </a:stretch>
        </p:blipFill>
        <p:spPr>
          <a:xfrm>
            <a:off x="1053885" y="731375"/>
            <a:ext cx="7772400" cy="4371975"/>
          </a:xfrm>
          <a:prstGeom prst="rect">
            <a:avLst/>
          </a:prstGeom>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grpSp>
        <p:nvGrpSpPr>
          <p:cNvPr id="481" name="Google Shape;481;p51"/>
          <p:cNvGrpSpPr/>
          <p:nvPr/>
        </p:nvGrpSpPr>
        <p:grpSpPr>
          <a:xfrm>
            <a:off x="6474000" y="38"/>
            <a:ext cx="2670000" cy="5143425"/>
            <a:chOff x="6474000" y="38"/>
            <a:chExt cx="2670000" cy="5143425"/>
          </a:xfrm>
        </p:grpSpPr>
        <p:sp>
          <p:nvSpPr>
            <p:cNvPr id="482" name="Google Shape;482;p51"/>
            <p:cNvSpPr/>
            <p:nvPr/>
          </p:nvSpPr>
          <p:spPr>
            <a:xfrm>
              <a:off x="6474000" y="1339838"/>
              <a:ext cx="2670000" cy="671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51"/>
            <p:cNvSpPr/>
            <p:nvPr/>
          </p:nvSpPr>
          <p:spPr>
            <a:xfrm>
              <a:off x="6474000" y="2010938"/>
              <a:ext cx="2670000" cy="25932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51"/>
            <p:cNvSpPr/>
            <p:nvPr/>
          </p:nvSpPr>
          <p:spPr>
            <a:xfrm>
              <a:off x="6474000" y="38"/>
              <a:ext cx="2670000" cy="13398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51"/>
            <p:cNvSpPr/>
            <p:nvPr/>
          </p:nvSpPr>
          <p:spPr>
            <a:xfrm>
              <a:off x="6474000" y="4604063"/>
              <a:ext cx="2670000" cy="5394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 name="Google Shape;486;p51"/>
          <p:cNvGrpSpPr/>
          <p:nvPr/>
        </p:nvGrpSpPr>
        <p:grpSpPr>
          <a:xfrm>
            <a:off x="7868625" y="737300"/>
            <a:ext cx="1061525" cy="3095442"/>
            <a:chOff x="7868625" y="737300"/>
            <a:chExt cx="1061525" cy="3095442"/>
          </a:xfrm>
        </p:grpSpPr>
        <p:pic>
          <p:nvPicPr>
            <p:cNvPr id="487" name="Google Shape;487;p51"/>
            <p:cNvPicPr preferRelativeResize="0"/>
            <p:nvPr/>
          </p:nvPicPr>
          <p:blipFill>
            <a:blip r:embed="rId3">
              <a:alphaModFix/>
            </a:blip>
            <a:stretch>
              <a:fillRect/>
            </a:stretch>
          </p:blipFill>
          <p:spPr>
            <a:xfrm>
              <a:off x="8565575" y="737300"/>
              <a:ext cx="364575" cy="369427"/>
            </a:xfrm>
            <a:prstGeom prst="rect">
              <a:avLst/>
            </a:prstGeom>
            <a:noFill/>
            <a:ln>
              <a:noFill/>
            </a:ln>
            <a:effectLst>
              <a:outerShdw blurRad="57150" dist="19050" dir="5400000" algn="bl" rotWithShape="0">
                <a:schemeClr val="dk1">
                  <a:alpha val="50000"/>
                </a:schemeClr>
              </a:outerShdw>
            </a:effectLst>
          </p:spPr>
        </p:pic>
        <p:pic>
          <p:nvPicPr>
            <p:cNvPr id="488" name="Google Shape;488;p51"/>
            <p:cNvPicPr preferRelativeResize="0"/>
            <p:nvPr/>
          </p:nvPicPr>
          <p:blipFill>
            <a:blip r:embed="rId4">
              <a:alphaModFix/>
            </a:blip>
            <a:stretch>
              <a:fillRect/>
            </a:stretch>
          </p:blipFill>
          <p:spPr>
            <a:xfrm>
              <a:off x="8522253" y="3420947"/>
              <a:ext cx="364575" cy="411795"/>
            </a:xfrm>
            <a:prstGeom prst="rect">
              <a:avLst/>
            </a:prstGeom>
            <a:noFill/>
            <a:ln>
              <a:noFill/>
            </a:ln>
            <a:effectLst>
              <a:outerShdw blurRad="57150" dist="19050" dir="5400000" algn="bl" rotWithShape="0">
                <a:schemeClr val="dk1">
                  <a:alpha val="50000"/>
                </a:schemeClr>
              </a:outerShdw>
            </a:effectLst>
          </p:spPr>
        </p:pic>
        <p:pic>
          <p:nvPicPr>
            <p:cNvPr id="489" name="Google Shape;489;p51"/>
            <p:cNvPicPr preferRelativeResize="0"/>
            <p:nvPr/>
          </p:nvPicPr>
          <p:blipFill>
            <a:blip r:embed="rId3">
              <a:alphaModFix/>
            </a:blip>
            <a:stretch>
              <a:fillRect/>
            </a:stretch>
          </p:blipFill>
          <p:spPr>
            <a:xfrm>
              <a:off x="7868625" y="1739000"/>
              <a:ext cx="364575" cy="369428"/>
            </a:xfrm>
            <a:prstGeom prst="rect">
              <a:avLst/>
            </a:prstGeom>
            <a:noFill/>
            <a:ln>
              <a:noFill/>
            </a:ln>
            <a:effectLst>
              <a:outerShdw blurRad="57150" dist="19050" dir="5400000" algn="bl" rotWithShape="0">
                <a:schemeClr val="dk1">
                  <a:alpha val="50000"/>
                </a:schemeClr>
              </a:outerShdw>
            </a:effectLst>
          </p:spPr>
        </p:pic>
        <p:pic>
          <p:nvPicPr>
            <p:cNvPr id="490" name="Google Shape;490;p51"/>
            <p:cNvPicPr preferRelativeResize="0"/>
            <p:nvPr/>
          </p:nvPicPr>
          <p:blipFill>
            <a:blip r:embed="rId4">
              <a:alphaModFix/>
            </a:blip>
            <a:stretch>
              <a:fillRect/>
            </a:stretch>
          </p:blipFill>
          <p:spPr>
            <a:xfrm rot="5950702">
              <a:off x="8108398" y="2512989"/>
              <a:ext cx="363900" cy="411017"/>
            </a:xfrm>
            <a:prstGeom prst="rect">
              <a:avLst/>
            </a:prstGeom>
            <a:noFill/>
            <a:ln>
              <a:noFill/>
            </a:ln>
            <a:effectLst>
              <a:outerShdw blurRad="57150" dist="19050" dir="5400000" algn="bl" rotWithShape="0">
                <a:schemeClr val="dk1">
                  <a:alpha val="50000"/>
                </a:schemeClr>
              </a:outerShdw>
            </a:effectLst>
          </p:spPr>
        </p:pic>
      </p:grpSp>
      <p:sp>
        <p:nvSpPr>
          <p:cNvPr id="492" name="Google Shape;492;p51"/>
          <p:cNvSpPr txBox="1">
            <a:spLocks noGrp="1"/>
          </p:cNvSpPr>
          <p:nvPr>
            <p:ph type="title"/>
          </p:nvPr>
        </p:nvSpPr>
        <p:spPr>
          <a:xfrm>
            <a:off x="377352" y="-620812"/>
            <a:ext cx="3519600" cy="2296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The organization</a:t>
            </a:r>
            <a:endParaRPr dirty="0"/>
          </a:p>
        </p:txBody>
      </p:sp>
      <p:pic>
        <p:nvPicPr>
          <p:cNvPr id="494" name="Google Shape;494;p51"/>
          <p:cNvPicPr preferRelativeResize="0"/>
          <p:nvPr/>
        </p:nvPicPr>
        <p:blipFill>
          <a:blip r:embed="rId5">
            <a:alphaModFix/>
          </a:blip>
          <a:stretch>
            <a:fillRect/>
          </a:stretch>
        </p:blipFill>
        <p:spPr>
          <a:xfrm rot="8719712">
            <a:off x="6991572" y="3272073"/>
            <a:ext cx="1269361" cy="1754764"/>
          </a:xfrm>
          <a:prstGeom prst="rect">
            <a:avLst/>
          </a:prstGeom>
          <a:noFill/>
          <a:ln>
            <a:noFill/>
          </a:ln>
          <a:effectLst>
            <a:outerShdw blurRad="57150" dist="19050" dir="5400000" algn="bl" rotWithShape="0">
              <a:schemeClr val="dk1">
                <a:alpha val="50000"/>
              </a:schemeClr>
            </a:outerShdw>
          </a:effectLst>
        </p:spPr>
      </p:pic>
      <p:pic>
        <p:nvPicPr>
          <p:cNvPr id="9" name="Picture 8" descr="A blue and white logo&#10;&#10;Description automatically generated">
            <a:extLst>
              <a:ext uri="{FF2B5EF4-FFF2-40B4-BE49-F238E27FC236}">
                <a16:creationId xmlns:a16="http://schemas.microsoft.com/office/drawing/2014/main" id="{E87516C5-FE92-954C-2270-B569943695B4}"/>
              </a:ext>
            </a:extLst>
          </p:cNvPr>
          <p:cNvPicPr>
            <a:picLocks noChangeAspect="1"/>
          </p:cNvPicPr>
          <p:nvPr/>
        </p:nvPicPr>
        <p:blipFill>
          <a:blip r:embed="rId6"/>
          <a:srcRect l="8815" t="7579" r="9379" b="11986"/>
          <a:stretch/>
        </p:blipFill>
        <p:spPr>
          <a:xfrm>
            <a:off x="5456830" y="529212"/>
            <a:ext cx="2626188" cy="2593200"/>
          </a:xfrm>
          <a:prstGeom prst="rect">
            <a:avLst/>
          </a:prstGeom>
          <a:ln w="38100">
            <a:solidFill>
              <a:schemeClr val="bg1"/>
            </a:solidFill>
          </a:ln>
        </p:spPr>
      </p:pic>
      <p:sp>
        <p:nvSpPr>
          <p:cNvPr id="12" name="Google Shape;378;p45">
            <a:extLst>
              <a:ext uri="{FF2B5EF4-FFF2-40B4-BE49-F238E27FC236}">
                <a16:creationId xmlns:a16="http://schemas.microsoft.com/office/drawing/2014/main" id="{A967E7B8-7551-BA90-E9F2-4D18A44A7C72}"/>
              </a:ext>
            </a:extLst>
          </p:cNvPr>
          <p:cNvSpPr txBox="1">
            <a:spLocks noGrp="1"/>
          </p:cNvSpPr>
          <p:nvPr>
            <p:ph type="subTitle" idx="1"/>
          </p:nvPr>
        </p:nvSpPr>
        <p:spPr>
          <a:xfrm>
            <a:off x="377352" y="1686188"/>
            <a:ext cx="4644099" cy="6495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Novo Nordisk is a global healthcare company located in Denmark. It specialized in healthcare related to treating diabetes, obesity, growth hormone disorders and other chronic conditions. The company was founded in 1923 and is well known for being a leader in the management of diabetes. It has managed to develop several products that address the health needs of patients with diabetes, With operations in more than 80 countries, Novo Nordisk prioritizes innovation and sustainable methods in tackling global health issues (Novo Nordisk, 2023)</a:t>
            </a:r>
            <a:endParaRPr dirty="0"/>
          </a:p>
        </p:txBody>
      </p:sp>
    </p:spTree>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5">
          <a:extLst>
            <a:ext uri="{FF2B5EF4-FFF2-40B4-BE49-F238E27FC236}">
              <a16:creationId xmlns:a16="http://schemas.microsoft.com/office/drawing/2014/main" id="{0E7BA4C0-D7AD-2A39-D056-4EF302967581}"/>
            </a:ext>
          </a:extLst>
        </p:cNvPr>
        <p:cNvGrpSpPr/>
        <p:nvPr/>
      </p:nvGrpSpPr>
      <p:grpSpPr>
        <a:xfrm>
          <a:off x="0" y="0"/>
          <a:ext cx="0" cy="0"/>
          <a:chOff x="0" y="0"/>
          <a:chExt cx="0" cy="0"/>
        </a:xfrm>
      </p:grpSpPr>
      <p:sp>
        <p:nvSpPr>
          <p:cNvPr id="326" name="Google Shape;326;p41">
            <a:extLst>
              <a:ext uri="{FF2B5EF4-FFF2-40B4-BE49-F238E27FC236}">
                <a16:creationId xmlns:a16="http://schemas.microsoft.com/office/drawing/2014/main" id="{3B24D618-DB9D-D333-20E7-F68EDAE2081D}"/>
              </a:ext>
            </a:extLst>
          </p:cNvPr>
          <p:cNvSpPr txBox="1">
            <a:spLocks noGrp="1"/>
          </p:cNvSpPr>
          <p:nvPr>
            <p:ph type="title"/>
          </p:nvPr>
        </p:nvSpPr>
        <p:spPr>
          <a:xfrm>
            <a:off x="713225" y="2458613"/>
            <a:ext cx="5067600" cy="85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Objectives</a:t>
            </a:r>
            <a:endParaRPr/>
          </a:p>
        </p:txBody>
      </p:sp>
      <p:sp>
        <p:nvSpPr>
          <p:cNvPr id="327" name="Google Shape;327;p41">
            <a:extLst>
              <a:ext uri="{FF2B5EF4-FFF2-40B4-BE49-F238E27FC236}">
                <a16:creationId xmlns:a16="http://schemas.microsoft.com/office/drawing/2014/main" id="{BCC1F732-7008-E27D-5270-8EBE8E6DC670}"/>
              </a:ext>
            </a:extLst>
          </p:cNvPr>
          <p:cNvSpPr txBox="1">
            <a:spLocks noGrp="1"/>
          </p:cNvSpPr>
          <p:nvPr>
            <p:ph type="title" idx="2"/>
          </p:nvPr>
        </p:nvSpPr>
        <p:spPr>
          <a:xfrm>
            <a:off x="713225" y="1456263"/>
            <a:ext cx="16521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328" name="Google Shape;328;p41">
            <a:extLst>
              <a:ext uri="{FF2B5EF4-FFF2-40B4-BE49-F238E27FC236}">
                <a16:creationId xmlns:a16="http://schemas.microsoft.com/office/drawing/2014/main" id="{75CCEEFF-3B25-7903-A30D-C0FD72D66A90}"/>
              </a:ext>
            </a:extLst>
          </p:cNvPr>
          <p:cNvSpPr txBox="1">
            <a:spLocks noGrp="1"/>
          </p:cNvSpPr>
          <p:nvPr>
            <p:ph type="subTitle" idx="1"/>
          </p:nvPr>
        </p:nvSpPr>
        <p:spPr>
          <a:xfrm>
            <a:off x="713225" y="3312238"/>
            <a:ext cx="50676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General </a:t>
            </a:r>
            <a:r>
              <a:rPr lang="en" b="1" dirty="0">
                <a:solidFill>
                  <a:srgbClr val="CE4E26"/>
                </a:solidFill>
              </a:rPr>
              <a:t>&amp;</a:t>
            </a:r>
            <a:r>
              <a:rPr lang="en" b="1" dirty="0"/>
              <a:t> Specific </a:t>
            </a:r>
            <a:endParaRPr b="1" dirty="0"/>
          </a:p>
        </p:txBody>
      </p:sp>
      <p:grpSp>
        <p:nvGrpSpPr>
          <p:cNvPr id="329" name="Google Shape;329;p41">
            <a:extLst>
              <a:ext uri="{FF2B5EF4-FFF2-40B4-BE49-F238E27FC236}">
                <a16:creationId xmlns:a16="http://schemas.microsoft.com/office/drawing/2014/main" id="{AC593B48-651A-22CE-96A0-FDB621D9DB36}"/>
              </a:ext>
            </a:extLst>
          </p:cNvPr>
          <p:cNvGrpSpPr/>
          <p:nvPr/>
        </p:nvGrpSpPr>
        <p:grpSpPr>
          <a:xfrm>
            <a:off x="5864900" y="-21400"/>
            <a:ext cx="3279000" cy="5164850"/>
            <a:chOff x="5864900" y="-21400"/>
            <a:chExt cx="3279000" cy="5164850"/>
          </a:xfrm>
        </p:grpSpPr>
        <p:sp>
          <p:nvSpPr>
            <p:cNvPr id="330" name="Google Shape;330;p41">
              <a:extLst>
                <a:ext uri="{FF2B5EF4-FFF2-40B4-BE49-F238E27FC236}">
                  <a16:creationId xmlns:a16="http://schemas.microsoft.com/office/drawing/2014/main" id="{3122BC39-7D8F-26C3-CE40-FCDB02222BEC}"/>
                </a:ext>
              </a:extLst>
            </p:cNvPr>
            <p:cNvSpPr/>
            <p:nvPr/>
          </p:nvSpPr>
          <p:spPr>
            <a:xfrm>
              <a:off x="5864900" y="-21400"/>
              <a:ext cx="3279000" cy="1754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1">
              <a:extLst>
                <a:ext uri="{FF2B5EF4-FFF2-40B4-BE49-F238E27FC236}">
                  <a16:creationId xmlns:a16="http://schemas.microsoft.com/office/drawing/2014/main" id="{812040E3-0F40-016F-3949-C576144059F7}"/>
                </a:ext>
              </a:extLst>
            </p:cNvPr>
            <p:cNvSpPr/>
            <p:nvPr/>
          </p:nvSpPr>
          <p:spPr>
            <a:xfrm>
              <a:off x="5864900" y="1733350"/>
              <a:ext cx="3279000" cy="3410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2" name="Google Shape;332;p41">
            <a:extLst>
              <a:ext uri="{FF2B5EF4-FFF2-40B4-BE49-F238E27FC236}">
                <a16:creationId xmlns:a16="http://schemas.microsoft.com/office/drawing/2014/main" id="{015B1B4E-0EFA-7846-CCB5-AFAF700512F5}"/>
              </a:ext>
            </a:extLst>
          </p:cNvPr>
          <p:cNvGrpSpPr/>
          <p:nvPr/>
        </p:nvGrpSpPr>
        <p:grpSpPr>
          <a:xfrm>
            <a:off x="5505088" y="301599"/>
            <a:ext cx="3415670" cy="4627224"/>
            <a:chOff x="5505088" y="301599"/>
            <a:chExt cx="3415670" cy="4627224"/>
          </a:xfrm>
        </p:grpSpPr>
        <p:pic>
          <p:nvPicPr>
            <p:cNvPr id="333" name="Google Shape;333;p41">
              <a:extLst>
                <a:ext uri="{FF2B5EF4-FFF2-40B4-BE49-F238E27FC236}">
                  <a16:creationId xmlns:a16="http://schemas.microsoft.com/office/drawing/2014/main" id="{3F3B4193-D8EA-B047-49B7-D993CB16A7EB}"/>
                </a:ext>
              </a:extLst>
            </p:cNvPr>
            <p:cNvPicPr preferRelativeResize="0"/>
            <p:nvPr/>
          </p:nvPicPr>
          <p:blipFill>
            <a:blip r:embed="rId3">
              <a:alphaModFix/>
            </a:blip>
            <a:stretch>
              <a:fillRect/>
            </a:stretch>
          </p:blipFill>
          <p:spPr>
            <a:xfrm>
              <a:off x="7946414" y="2953225"/>
              <a:ext cx="773000" cy="1650775"/>
            </a:xfrm>
            <a:prstGeom prst="rect">
              <a:avLst/>
            </a:prstGeom>
            <a:noFill/>
            <a:ln>
              <a:noFill/>
            </a:ln>
            <a:effectLst>
              <a:outerShdw blurRad="57150" dist="19050" dir="5400000" algn="bl" rotWithShape="0">
                <a:schemeClr val="dk1">
                  <a:alpha val="50000"/>
                </a:schemeClr>
              </a:outerShdw>
            </a:effectLst>
          </p:spPr>
        </p:pic>
        <p:pic>
          <p:nvPicPr>
            <p:cNvPr id="334" name="Google Shape;334;p41">
              <a:extLst>
                <a:ext uri="{FF2B5EF4-FFF2-40B4-BE49-F238E27FC236}">
                  <a16:creationId xmlns:a16="http://schemas.microsoft.com/office/drawing/2014/main" id="{7C19AE5D-446A-6333-B762-916C7DE5C774}"/>
                </a:ext>
              </a:extLst>
            </p:cNvPr>
            <p:cNvPicPr preferRelativeResize="0"/>
            <p:nvPr/>
          </p:nvPicPr>
          <p:blipFill>
            <a:blip r:embed="rId4">
              <a:alphaModFix/>
            </a:blip>
            <a:stretch>
              <a:fillRect/>
            </a:stretch>
          </p:blipFill>
          <p:spPr>
            <a:xfrm>
              <a:off x="7651396" y="398973"/>
              <a:ext cx="1269362" cy="1754764"/>
            </a:xfrm>
            <a:prstGeom prst="rect">
              <a:avLst/>
            </a:prstGeom>
            <a:noFill/>
            <a:ln>
              <a:noFill/>
            </a:ln>
            <a:effectLst>
              <a:outerShdw blurRad="57150" dist="19050" dir="5400000" algn="bl" rotWithShape="0">
                <a:schemeClr val="dk1">
                  <a:alpha val="50000"/>
                </a:schemeClr>
              </a:outerShdw>
            </a:effectLst>
          </p:spPr>
        </p:pic>
        <p:pic>
          <p:nvPicPr>
            <p:cNvPr id="335" name="Google Shape;335;p41">
              <a:extLst>
                <a:ext uri="{FF2B5EF4-FFF2-40B4-BE49-F238E27FC236}">
                  <a16:creationId xmlns:a16="http://schemas.microsoft.com/office/drawing/2014/main" id="{A20377CF-4AB9-12F8-8C61-36E7F8EB0CBB}"/>
                </a:ext>
              </a:extLst>
            </p:cNvPr>
            <p:cNvPicPr preferRelativeResize="0"/>
            <p:nvPr/>
          </p:nvPicPr>
          <p:blipFill>
            <a:blip r:embed="rId5">
              <a:alphaModFix/>
            </a:blip>
            <a:stretch>
              <a:fillRect/>
            </a:stretch>
          </p:blipFill>
          <p:spPr>
            <a:xfrm>
              <a:off x="5505089" y="3128048"/>
              <a:ext cx="1467974" cy="1754763"/>
            </a:xfrm>
            <a:prstGeom prst="rect">
              <a:avLst/>
            </a:prstGeom>
            <a:noFill/>
            <a:ln>
              <a:noFill/>
            </a:ln>
            <a:effectLst>
              <a:outerShdw blurRad="57150" dist="19050" dir="5400000" algn="bl" rotWithShape="0">
                <a:schemeClr val="dk1">
                  <a:alpha val="50000"/>
                </a:schemeClr>
              </a:outerShdw>
            </a:effectLst>
          </p:spPr>
        </p:pic>
        <p:pic>
          <p:nvPicPr>
            <p:cNvPr id="336" name="Google Shape;336;p41">
              <a:extLst>
                <a:ext uri="{FF2B5EF4-FFF2-40B4-BE49-F238E27FC236}">
                  <a16:creationId xmlns:a16="http://schemas.microsoft.com/office/drawing/2014/main" id="{581272F6-F794-30E0-05B3-9F72625AE281}"/>
                </a:ext>
              </a:extLst>
            </p:cNvPr>
            <p:cNvPicPr preferRelativeResize="0"/>
            <p:nvPr/>
          </p:nvPicPr>
          <p:blipFill>
            <a:blip r:embed="rId6">
              <a:alphaModFix/>
            </a:blip>
            <a:stretch>
              <a:fillRect/>
            </a:stretch>
          </p:blipFill>
          <p:spPr>
            <a:xfrm>
              <a:off x="5505088" y="1074624"/>
              <a:ext cx="2020051" cy="1576749"/>
            </a:xfrm>
            <a:prstGeom prst="rect">
              <a:avLst/>
            </a:prstGeom>
            <a:noFill/>
            <a:ln>
              <a:noFill/>
            </a:ln>
            <a:effectLst>
              <a:outerShdw blurRad="57150" dist="19050" dir="5400000" algn="bl" rotWithShape="0">
                <a:schemeClr val="dk1">
                  <a:alpha val="50000"/>
                </a:schemeClr>
              </a:outerShdw>
            </a:effectLst>
          </p:spPr>
        </p:pic>
        <p:pic>
          <p:nvPicPr>
            <p:cNvPr id="337" name="Google Shape;337;p41">
              <a:extLst>
                <a:ext uri="{FF2B5EF4-FFF2-40B4-BE49-F238E27FC236}">
                  <a16:creationId xmlns:a16="http://schemas.microsoft.com/office/drawing/2014/main" id="{2F084CFB-97CA-8F13-8F7E-E84C4056F674}"/>
                </a:ext>
              </a:extLst>
            </p:cNvPr>
            <p:cNvPicPr preferRelativeResize="0"/>
            <p:nvPr/>
          </p:nvPicPr>
          <p:blipFill>
            <a:blip r:embed="rId7">
              <a:alphaModFix/>
            </a:blip>
            <a:stretch>
              <a:fillRect/>
            </a:stretch>
          </p:blipFill>
          <p:spPr>
            <a:xfrm>
              <a:off x="6382225" y="301599"/>
              <a:ext cx="469561" cy="475800"/>
            </a:xfrm>
            <a:prstGeom prst="rect">
              <a:avLst/>
            </a:prstGeom>
            <a:noFill/>
            <a:ln>
              <a:noFill/>
            </a:ln>
            <a:effectLst>
              <a:outerShdw blurRad="57150" dist="19050" dir="5400000" algn="bl" rotWithShape="0">
                <a:schemeClr val="dk1">
                  <a:alpha val="50000"/>
                </a:schemeClr>
              </a:outerShdw>
            </a:effectLst>
          </p:spPr>
        </p:pic>
        <p:pic>
          <p:nvPicPr>
            <p:cNvPr id="338" name="Google Shape;338;p41">
              <a:extLst>
                <a:ext uri="{FF2B5EF4-FFF2-40B4-BE49-F238E27FC236}">
                  <a16:creationId xmlns:a16="http://schemas.microsoft.com/office/drawing/2014/main" id="{BAEDCD6E-5610-6337-9260-28958E750950}"/>
                </a:ext>
              </a:extLst>
            </p:cNvPr>
            <p:cNvPicPr preferRelativeResize="0"/>
            <p:nvPr/>
          </p:nvPicPr>
          <p:blipFill>
            <a:blip r:embed="rId8">
              <a:alphaModFix/>
            </a:blip>
            <a:stretch>
              <a:fillRect/>
            </a:stretch>
          </p:blipFill>
          <p:spPr>
            <a:xfrm rot="4212119">
              <a:off x="6950302" y="4326788"/>
              <a:ext cx="490873" cy="554426"/>
            </a:xfrm>
            <a:prstGeom prst="rect">
              <a:avLst/>
            </a:prstGeom>
            <a:noFill/>
            <a:ln>
              <a:noFill/>
            </a:ln>
            <a:effectLst>
              <a:outerShdw blurRad="57150" dist="19050" dir="5400000" algn="bl" rotWithShape="0">
                <a:schemeClr val="dk1">
                  <a:alpha val="50000"/>
                </a:schemeClr>
              </a:outerShdw>
            </a:effectLst>
          </p:spPr>
        </p:pic>
        <p:pic>
          <p:nvPicPr>
            <p:cNvPr id="339" name="Google Shape;339;p41">
              <a:extLst>
                <a:ext uri="{FF2B5EF4-FFF2-40B4-BE49-F238E27FC236}">
                  <a16:creationId xmlns:a16="http://schemas.microsoft.com/office/drawing/2014/main" id="{21A23793-11FB-CDF7-7079-C65EB92FF19E}"/>
                </a:ext>
              </a:extLst>
            </p:cNvPr>
            <p:cNvPicPr preferRelativeResize="0"/>
            <p:nvPr/>
          </p:nvPicPr>
          <p:blipFill>
            <a:blip r:embed="rId7">
              <a:alphaModFix/>
            </a:blip>
            <a:stretch>
              <a:fillRect/>
            </a:stretch>
          </p:blipFill>
          <p:spPr>
            <a:xfrm>
              <a:off x="7347225" y="3477649"/>
              <a:ext cx="469561" cy="475800"/>
            </a:xfrm>
            <a:prstGeom prst="rect">
              <a:avLst/>
            </a:prstGeom>
            <a:noFill/>
            <a:ln>
              <a:noFill/>
            </a:ln>
            <a:effectLst>
              <a:outerShdw blurRad="57150" dist="19050" dir="5400000" algn="bl" rotWithShape="0">
                <a:schemeClr val="dk1">
                  <a:alpha val="50000"/>
                </a:schemeClr>
              </a:outerShdw>
            </a:effectLst>
          </p:spPr>
        </p:pic>
      </p:grpSp>
    </p:spTree>
    <p:extLst>
      <p:ext uri="{BB962C8B-B14F-4D97-AF65-F5344CB8AC3E}">
        <p14:creationId xmlns:p14="http://schemas.microsoft.com/office/powerpoint/2010/main" val="1999819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91" name="Google Shape;691;p59"/>
          <p:cNvSpPr txBox="1"/>
          <p:nvPr/>
        </p:nvSpPr>
        <p:spPr>
          <a:xfrm flipH="1">
            <a:off x="4138367" y="871681"/>
            <a:ext cx="3120266" cy="1703674"/>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Montserrat"/>
                <a:ea typeface="Montserrat"/>
                <a:cs typeface="Montserrat"/>
                <a:sym typeface="Montserrat"/>
              </a:rPr>
              <a:t>Build a </a:t>
            </a:r>
            <a:r>
              <a:rPr lang="en-US" b="1" dirty="0">
                <a:solidFill>
                  <a:srgbClr val="CE4E26"/>
                </a:solidFill>
                <a:latin typeface="Montserrat"/>
                <a:ea typeface="Montserrat"/>
                <a:cs typeface="Montserrat"/>
                <a:sym typeface="Montserrat"/>
              </a:rPr>
              <a:t>predictive model </a:t>
            </a:r>
            <a:r>
              <a:rPr lang="en-US" dirty="0">
                <a:solidFill>
                  <a:schemeClr val="dk1"/>
                </a:solidFill>
                <a:latin typeface="Montserrat"/>
                <a:ea typeface="Montserrat"/>
                <a:cs typeface="Montserrat"/>
                <a:sym typeface="Montserrat"/>
              </a:rPr>
              <a:t>that would help healthcare providers by predicting the </a:t>
            </a:r>
            <a:r>
              <a:rPr lang="en-US" b="1" dirty="0">
                <a:solidFill>
                  <a:srgbClr val="CE4E26"/>
                </a:solidFill>
                <a:latin typeface="Montserrat"/>
                <a:ea typeface="Montserrat"/>
                <a:cs typeface="Montserrat"/>
                <a:sym typeface="Montserrat"/>
              </a:rPr>
              <a:t>shortages</a:t>
            </a:r>
            <a:r>
              <a:rPr lang="en-US" dirty="0">
                <a:solidFill>
                  <a:schemeClr val="dk1"/>
                </a:solidFill>
                <a:latin typeface="Montserrat"/>
                <a:ea typeface="Montserrat"/>
                <a:cs typeface="Montserrat"/>
                <a:sym typeface="Montserrat"/>
              </a:rPr>
              <a:t> that would occur and minimizing their impact.</a:t>
            </a:r>
          </a:p>
          <a:p>
            <a:pPr marL="0" lvl="0" indent="0" algn="l" rtl="0">
              <a:lnSpc>
                <a:spcPct val="115000"/>
              </a:lnSpc>
              <a:spcBef>
                <a:spcPts val="0"/>
              </a:spcBef>
              <a:spcAft>
                <a:spcPts val="0"/>
              </a:spcAft>
              <a:buNone/>
            </a:pPr>
            <a:endParaRPr lang="en-US" dirty="0">
              <a:solidFill>
                <a:schemeClr val="dk1"/>
              </a:solidFill>
              <a:latin typeface="Montserrat"/>
              <a:ea typeface="Montserrat"/>
              <a:cs typeface="Montserrat"/>
              <a:sym typeface="Montserrat"/>
            </a:endParaRPr>
          </a:p>
        </p:txBody>
      </p:sp>
      <p:sp>
        <p:nvSpPr>
          <p:cNvPr id="693" name="Google Shape;693;p59"/>
          <p:cNvSpPr txBox="1"/>
          <p:nvPr/>
        </p:nvSpPr>
        <p:spPr>
          <a:xfrm flipH="1">
            <a:off x="2460824" y="3219497"/>
            <a:ext cx="2486404" cy="1135259"/>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Montserrat"/>
                <a:ea typeface="Montserrat"/>
                <a:cs typeface="Montserrat"/>
                <a:sym typeface="Montserrat"/>
              </a:rPr>
              <a:t>Compare </a:t>
            </a:r>
            <a:r>
              <a:rPr lang="en-US" b="1" dirty="0">
                <a:solidFill>
                  <a:srgbClr val="CE4E26"/>
                </a:solidFill>
                <a:latin typeface="Montserrat"/>
                <a:ea typeface="Montserrat"/>
                <a:cs typeface="Montserrat"/>
                <a:sym typeface="Montserrat"/>
              </a:rPr>
              <a:t>shortage impact</a:t>
            </a:r>
            <a:r>
              <a:rPr lang="en-US" dirty="0">
                <a:solidFill>
                  <a:schemeClr val="dk1"/>
                </a:solidFill>
                <a:latin typeface="Montserrat"/>
                <a:ea typeface="Montserrat"/>
                <a:cs typeface="Montserrat"/>
                <a:sym typeface="Montserrat"/>
              </a:rPr>
              <a:t> ratings for diabetic medications.</a:t>
            </a:r>
          </a:p>
          <a:p>
            <a:pPr marL="0" lvl="0" indent="0" algn="l" rtl="0">
              <a:lnSpc>
                <a:spcPct val="115000"/>
              </a:lnSpc>
              <a:spcBef>
                <a:spcPts val="0"/>
              </a:spcBef>
              <a:spcAft>
                <a:spcPts val="0"/>
              </a:spcAft>
              <a:buNone/>
            </a:pPr>
            <a:endParaRPr lang="en-US" dirty="0">
              <a:solidFill>
                <a:schemeClr val="dk1"/>
              </a:solidFill>
              <a:latin typeface="Montserrat"/>
              <a:ea typeface="Montserrat"/>
              <a:cs typeface="Montserrat"/>
              <a:sym typeface="Montserrat"/>
            </a:endParaRPr>
          </a:p>
        </p:txBody>
      </p:sp>
      <p:sp>
        <p:nvSpPr>
          <p:cNvPr id="695" name="Google Shape;695;p59"/>
          <p:cNvSpPr txBox="1"/>
          <p:nvPr/>
        </p:nvSpPr>
        <p:spPr>
          <a:xfrm flipH="1">
            <a:off x="5403376" y="3199975"/>
            <a:ext cx="2131625" cy="1061622"/>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b="1" dirty="0">
                <a:solidFill>
                  <a:srgbClr val="CE4E26"/>
                </a:solidFill>
                <a:latin typeface="Montserrat"/>
                <a:ea typeface="Montserrat"/>
                <a:cs typeface="Montserrat"/>
                <a:sym typeface="Montserrat"/>
              </a:rPr>
              <a:t>Visualize trends </a:t>
            </a:r>
            <a:r>
              <a:rPr lang="en-US" dirty="0">
                <a:solidFill>
                  <a:schemeClr val="dk1"/>
                </a:solidFill>
                <a:latin typeface="Montserrat"/>
                <a:ea typeface="Montserrat"/>
                <a:cs typeface="Montserrat"/>
                <a:sym typeface="Montserrat"/>
              </a:rPr>
              <a:t>in datasets to uncover meaningful patterns.</a:t>
            </a:r>
          </a:p>
        </p:txBody>
      </p:sp>
      <p:sp>
        <p:nvSpPr>
          <p:cNvPr id="697" name="Google Shape;697;p59"/>
          <p:cNvSpPr txBox="1"/>
          <p:nvPr/>
        </p:nvSpPr>
        <p:spPr>
          <a:xfrm flipH="1">
            <a:off x="932470" y="897570"/>
            <a:ext cx="2847120" cy="178546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Montserrat"/>
                <a:ea typeface="Montserrat"/>
                <a:cs typeface="Montserrat"/>
                <a:sym typeface="Montserrat"/>
              </a:rPr>
              <a:t>Conduct </a:t>
            </a:r>
            <a:r>
              <a:rPr lang="en-US" b="1" dirty="0">
                <a:solidFill>
                  <a:srgbClr val="CE4E26"/>
                </a:solidFill>
                <a:latin typeface="Montserrat"/>
                <a:ea typeface="Montserrat"/>
                <a:cs typeface="Montserrat"/>
                <a:sym typeface="Montserrat"/>
              </a:rPr>
              <a:t>sentiment analysis </a:t>
            </a:r>
            <a:r>
              <a:rPr lang="en-US" dirty="0">
                <a:solidFill>
                  <a:schemeClr val="dk1"/>
                </a:solidFill>
                <a:latin typeface="Montserrat"/>
                <a:ea typeface="Montserrat"/>
                <a:cs typeface="Montserrat"/>
                <a:sym typeface="Montserrat"/>
              </a:rPr>
              <a:t>to gain insights into attitudes and opinions for informed decision-making.</a:t>
            </a:r>
          </a:p>
          <a:p>
            <a:pPr marL="0" lvl="0" indent="0" algn="l" rtl="0">
              <a:lnSpc>
                <a:spcPct val="115000"/>
              </a:lnSpc>
              <a:spcBef>
                <a:spcPts val="0"/>
              </a:spcBef>
              <a:spcAft>
                <a:spcPts val="0"/>
              </a:spcAft>
              <a:buNone/>
            </a:pPr>
            <a:endParaRPr lang="en-US" dirty="0">
              <a:solidFill>
                <a:schemeClr val="dk1"/>
              </a:solidFill>
              <a:latin typeface="Montserrat"/>
              <a:ea typeface="Montserrat"/>
              <a:cs typeface="Montserrat"/>
              <a:sym typeface="Montserrat"/>
            </a:endParaRPr>
          </a:p>
        </p:txBody>
      </p:sp>
      <p:pic>
        <p:nvPicPr>
          <p:cNvPr id="698" name="Google Shape;698;p59"/>
          <p:cNvPicPr preferRelativeResize="0"/>
          <p:nvPr/>
        </p:nvPicPr>
        <p:blipFill>
          <a:blip r:embed="rId3">
            <a:alphaModFix/>
          </a:blip>
          <a:stretch>
            <a:fillRect/>
          </a:stretch>
        </p:blipFill>
        <p:spPr>
          <a:xfrm>
            <a:off x="807775" y="2818600"/>
            <a:ext cx="250925" cy="254250"/>
          </a:xfrm>
          <a:prstGeom prst="rect">
            <a:avLst/>
          </a:prstGeom>
          <a:noFill/>
          <a:ln>
            <a:noFill/>
          </a:ln>
          <a:effectLst>
            <a:outerShdw blurRad="57150" dist="19050" dir="5400000" algn="bl" rotWithShape="0">
              <a:schemeClr val="dk1">
                <a:alpha val="50000"/>
              </a:schemeClr>
            </a:outerShdw>
          </a:effectLst>
        </p:spPr>
      </p:pic>
      <p:pic>
        <p:nvPicPr>
          <p:cNvPr id="699" name="Google Shape;699;p59"/>
          <p:cNvPicPr preferRelativeResize="0"/>
          <p:nvPr/>
        </p:nvPicPr>
        <p:blipFill>
          <a:blip r:embed="rId3">
            <a:alphaModFix/>
          </a:blip>
          <a:stretch>
            <a:fillRect/>
          </a:stretch>
        </p:blipFill>
        <p:spPr>
          <a:xfrm>
            <a:off x="2256200" y="2818600"/>
            <a:ext cx="250925" cy="254250"/>
          </a:xfrm>
          <a:prstGeom prst="rect">
            <a:avLst/>
          </a:prstGeom>
          <a:noFill/>
          <a:ln>
            <a:noFill/>
          </a:ln>
          <a:effectLst>
            <a:outerShdw blurRad="57150" dist="19050" dir="5400000" algn="bl" rotWithShape="0">
              <a:schemeClr val="dk1">
                <a:alpha val="50000"/>
              </a:schemeClr>
            </a:outerShdw>
          </a:effectLst>
        </p:spPr>
      </p:pic>
      <p:pic>
        <p:nvPicPr>
          <p:cNvPr id="700" name="Google Shape;700;p59"/>
          <p:cNvPicPr preferRelativeResize="0"/>
          <p:nvPr/>
        </p:nvPicPr>
        <p:blipFill>
          <a:blip r:embed="rId3">
            <a:alphaModFix/>
          </a:blip>
          <a:stretch>
            <a:fillRect/>
          </a:stretch>
        </p:blipFill>
        <p:spPr>
          <a:xfrm>
            <a:off x="3704625" y="2818600"/>
            <a:ext cx="250925" cy="254250"/>
          </a:xfrm>
          <a:prstGeom prst="rect">
            <a:avLst/>
          </a:prstGeom>
          <a:noFill/>
          <a:ln>
            <a:noFill/>
          </a:ln>
          <a:effectLst>
            <a:outerShdw blurRad="57150" dist="19050" dir="5400000" algn="bl" rotWithShape="0">
              <a:schemeClr val="dk1">
                <a:alpha val="50000"/>
              </a:schemeClr>
            </a:outerShdw>
          </a:effectLst>
        </p:spPr>
      </p:pic>
      <p:pic>
        <p:nvPicPr>
          <p:cNvPr id="701" name="Google Shape;701;p59"/>
          <p:cNvPicPr preferRelativeResize="0"/>
          <p:nvPr/>
        </p:nvPicPr>
        <p:blipFill>
          <a:blip r:embed="rId3">
            <a:alphaModFix/>
          </a:blip>
          <a:stretch>
            <a:fillRect/>
          </a:stretch>
        </p:blipFill>
        <p:spPr>
          <a:xfrm>
            <a:off x="5153050" y="2818600"/>
            <a:ext cx="250925" cy="254250"/>
          </a:xfrm>
          <a:prstGeom prst="rect">
            <a:avLst/>
          </a:prstGeom>
          <a:noFill/>
          <a:ln>
            <a:noFill/>
          </a:ln>
          <a:effectLst>
            <a:outerShdw blurRad="57150" dist="19050" dir="5400000" algn="bl" rotWithShape="0">
              <a:schemeClr val="dk1">
                <a:alpha val="50000"/>
              </a:schemeClr>
            </a:outerShdw>
          </a:effectLst>
        </p:spPr>
      </p:pic>
      <p:cxnSp>
        <p:nvCxnSpPr>
          <p:cNvPr id="702" name="Google Shape;702;p59"/>
          <p:cNvCxnSpPr>
            <a:stCxn id="698" idx="3"/>
            <a:endCxn id="699" idx="1"/>
          </p:cNvCxnSpPr>
          <p:nvPr/>
        </p:nvCxnSpPr>
        <p:spPr>
          <a:xfrm>
            <a:off x="1058700" y="2945725"/>
            <a:ext cx="1197600" cy="600"/>
          </a:xfrm>
          <a:prstGeom prst="bentConnector3">
            <a:avLst>
              <a:gd name="adj1" fmla="val 49996"/>
            </a:avLst>
          </a:prstGeom>
          <a:noFill/>
          <a:ln w="9525" cap="flat" cmpd="sng">
            <a:solidFill>
              <a:schemeClr val="dk1"/>
            </a:solidFill>
            <a:prstDash val="solid"/>
            <a:round/>
            <a:headEnd type="none" w="med" len="med"/>
            <a:tailEnd type="none" w="med" len="med"/>
          </a:ln>
        </p:spPr>
      </p:cxnSp>
      <p:cxnSp>
        <p:nvCxnSpPr>
          <p:cNvPr id="703" name="Google Shape;703;p59"/>
          <p:cNvCxnSpPr>
            <a:stCxn id="699" idx="3"/>
            <a:endCxn id="700" idx="1"/>
          </p:cNvCxnSpPr>
          <p:nvPr/>
        </p:nvCxnSpPr>
        <p:spPr>
          <a:xfrm>
            <a:off x="2507125" y="2945725"/>
            <a:ext cx="1197600" cy="600"/>
          </a:xfrm>
          <a:prstGeom prst="bentConnector3">
            <a:avLst>
              <a:gd name="adj1" fmla="val 49996"/>
            </a:avLst>
          </a:prstGeom>
          <a:noFill/>
          <a:ln w="9525" cap="flat" cmpd="sng">
            <a:solidFill>
              <a:schemeClr val="dk1"/>
            </a:solidFill>
            <a:prstDash val="solid"/>
            <a:round/>
            <a:headEnd type="none" w="med" len="med"/>
            <a:tailEnd type="none" w="med" len="med"/>
          </a:ln>
        </p:spPr>
      </p:cxnSp>
      <p:cxnSp>
        <p:nvCxnSpPr>
          <p:cNvPr id="704" name="Google Shape;704;p59"/>
          <p:cNvCxnSpPr>
            <a:stCxn id="700" idx="3"/>
            <a:endCxn id="701" idx="1"/>
          </p:cNvCxnSpPr>
          <p:nvPr/>
        </p:nvCxnSpPr>
        <p:spPr>
          <a:xfrm>
            <a:off x="3955550" y="2945725"/>
            <a:ext cx="1197600" cy="600"/>
          </a:xfrm>
          <a:prstGeom prst="bentConnector3">
            <a:avLst>
              <a:gd name="adj1" fmla="val 49996"/>
            </a:avLst>
          </a:prstGeom>
          <a:noFill/>
          <a:ln w="9525" cap="flat" cmpd="sng">
            <a:solidFill>
              <a:schemeClr val="dk1"/>
            </a:solidFill>
            <a:prstDash val="solid"/>
            <a:round/>
            <a:headEnd type="none" w="med" len="med"/>
            <a:tailEnd type="none" w="med" len="med"/>
          </a:ln>
        </p:spPr>
      </p:cxnSp>
      <p:cxnSp>
        <p:nvCxnSpPr>
          <p:cNvPr id="705" name="Google Shape;705;p59"/>
          <p:cNvCxnSpPr>
            <a:cxnSpLocks/>
            <a:stCxn id="698" idx="0"/>
          </p:cNvCxnSpPr>
          <p:nvPr/>
        </p:nvCxnSpPr>
        <p:spPr>
          <a:xfrm rot="16200000" flipV="1">
            <a:off x="-95445" y="1789917"/>
            <a:ext cx="2056600" cy="766"/>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706" name="Google Shape;706;p59"/>
          <p:cNvCxnSpPr>
            <a:endCxn id="699" idx="2"/>
          </p:cNvCxnSpPr>
          <p:nvPr/>
        </p:nvCxnSpPr>
        <p:spPr>
          <a:xfrm rot="-5400000">
            <a:off x="1655963" y="3797950"/>
            <a:ext cx="1450800" cy="600"/>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707" name="Google Shape;707;p59"/>
          <p:cNvCxnSpPr>
            <a:cxnSpLocks/>
            <a:stCxn id="700" idx="0"/>
          </p:cNvCxnSpPr>
          <p:nvPr/>
        </p:nvCxnSpPr>
        <p:spPr>
          <a:xfrm rot="5400000" flipH="1" flipV="1">
            <a:off x="2748337" y="1736847"/>
            <a:ext cx="2163507" cy="0"/>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708" name="Google Shape;708;p59"/>
          <p:cNvCxnSpPr>
            <a:endCxn id="701" idx="2"/>
          </p:cNvCxnSpPr>
          <p:nvPr/>
        </p:nvCxnSpPr>
        <p:spPr>
          <a:xfrm rot="-5400000">
            <a:off x="4552813" y="3797950"/>
            <a:ext cx="1450800" cy="600"/>
          </a:xfrm>
          <a:prstGeom prst="bentConnector3">
            <a:avLst>
              <a:gd name="adj1" fmla="val 50000"/>
            </a:avLst>
          </a:prstGeom>
          <a:noFill/>
          <a:ln w="9525" cap="flat" cmpd="sng">
            <a:solidFill>
              <a:schemeClr val="dk1"/>
            </a:solidFill>
            <a:prstDash val="solid"/>
            <a:round/>
            <a:headEnd type="none" w="med" len="med"/>
            <a:tailEnd type="none" w="med" len="med"/>
          </a:ln>
        </p:spPr>
      </p:cxnSp>
      <p:pic>
        <p:nvPicPr>
          <p:cNvPr id="31" name="Google Shape;701;p59">
            <a:extLst>
              <a:ext uri="{FF2B5EF4-FFF2-40B4-BE49-F238E27FC236}">
                <a16:creationId xmlns:a16="http://schemas.microsoft.com/office/drawing/2014/main" id="{9A7154DA-173B-CA4A-AD4E-7BE1466697AB}"/>
              </a:ext>
            </a:extLst>
          </p:cNvPr>
          <p:cNvPicPr preferRelativeResize="0"/>
          <p:nvPr/>
        </p:nvPicPr>
        <p:blipFill>
          <a:blip r:embed="rId3">
            <a:alphaModFix/>
          </a:blip>
          <a:stretch>
            <a:fillRect/>
          </a:stretch>
        </p:blipFill>
        <p:spPr>
          <a:xfrm>
            <a:off x="3704625" y="528568"/>
            <a:ext cx="250925" cy="254250"/>
          </a:xfrm>
          <a:prstGeom prst="rect">
            <a:avLst/>
          </a:prstGeom>
          <a:noFill/>
          <a:ln>
            <a:noFill/>
          </a:ln>
          <a:effectLst>
            <a:outerShdw blurRad="57150" dist="19050" dir="5400000" algn="bl" rotWithShape="0">
              <a:schemeClr val="dk1">
                <a:alpha val="50000"/>
              </a:schemeClr>
            </a:outerShdw>
          </a:effectLst>
        </p:spPr>
      </p:pic>
      <p:pic>
        <p:nvPicPr>
          <p:cNvPr id="33" name="Google Shape;701;p59">
            <a:extLst>
              <a:ext uri="{FF2B5EF4-FFF2-40B4-BE49-F238E27FC236}">
                <a16:creationId xmlns:a16="http://schemas.microsoft.com/office/drawing/2014/main" id="{26D29D1F-AB8A-FC4F-9A72-91B2F9A45BAA}"/>
              </a:ext>
            </a:extLst>
          </p:cNvPr>
          <p:cNvPicPr preferRelativeResize="0"/>
          <p:nvPr/>
        </p:nvPicPr>
        <p:blipFill>
          <a:blip r:embed="rId3">
            <a:alphaModFix/>
          </a:blip>
          <a:stretch>
            <a:fillRect/>
          </a:stretch>
        </p:blipFill>
        <p:spPr>
          <a:xfrm>
            <a:off x="807008" y="626048"/>
            <a:ext cx="250925" cy="254250"/>
          </a:xfrm>
          <a:prstGeom prst="rect">
            <a:avLst/>
          </a:prstGeom>
          <a:noFill/>
          <a:ln>
            <a:noFill/>
          </a:ln>
          <a:effectLst>
            <a:outerShdw blurRad="57150" dist="19050" dir="5400000" algn="bl" rotWithShape="0">
              <a:schemeClr val="dk1">
                <a:alpha val="50000"/>
              </a:scheme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1"/>
          <p:cNvSpPr txBox="1">
            <a:spLocks noGrp="1"/>
          </p:cNvSpPr>
          <p:nvPr>
            <p:ph type="title"/>
          </p:nvPr>
        </p:nvSpPr>
        <p:spPr>
          <a:xfrm>
            <a:off x="713225" y="2458613"/>
            <a:ext cx="5067600" cy="85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Framework</a:t>
            </a:r>
            <a:endParaRPr dirty="0"/>
          </a:p>
        </p:txBody>
      </p:sp>
      <p:sp>
        <p:nvSpPr>
          <p:cNvPr id="327" name="Google Shape;327;p41"/>
          <p:cNvSpPr txBox="1">
            <a:spLocks noGrp="1"/>
          </p:cNvSpPr>
          <p:nvPr>
            <p:ph type="title" idx="2"/>
          </p:nvPr>
        </p:nvSpPr>
        <p:spPr>
          <a:xfrm>
            <a:off x="713225" y="1456263"/>
            <a:ext cx="16521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328" name="Google Shape;328;p41"/>
          <p:cNvSpPr txBox="1">
            <a:spLocks noGrp="1"/>
          </p:cNvSpPr>
          <p:nvPr>
            <p:ph type="subTitle" idx="1"/>
          </p:nvPr>
        </p:nvSpPr>
        <p:spPr>
          <a:xfrm>
            <a:off x="713225" y="3312238"/>
            <a:ext cx="50676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Conceptual</a:t>
            </a:r>
            <a:endParaRPr b="1" dirty="0"/>
          </a:p>
        </p:txBody>
      </p:sp>
      <p:grpSp>
        <p:nvGrpSpPr>
          <p:cNvPr id="329" name="Google Shape;329;p41"/>
          <p:cNvGrpSpPr/>
          <p:nvPr/>
        </p:nvGrpSpPr>
        <p:grpSpPr>
          <a:xfrm>
            <a:off x="5864900" y="-21400"/>
            <a:ext cx="3279000" cy="5164850"/>
            <a:chOff x="5864900" y="-21400"/>
            <a:chExt cx="3279000" cy="5164850"/>
          </a:xfrm>
        </p:grpSpPr>
        <p:sp>
          <p:nvSpPr>
            <p:cNvPr id="330" name="Google Shape;330;p41"/>
            <p:cNvSpPr/>
            <p:nvPr/>
          </p:nvSpPr>
          <p:spPr>
            <a:xfrm>
              <a:off x="5864900" y="-21400"/>
              <a:ext cx="3279000" cy="1754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1"/>
            <p:cNvSpPr/>
            <p:nvPr/>
          </p:nvSpPr>
          <p:spPr>
            <a:xfrm>
              <a:off x="5864900" y="1733350"/>
              <a:ext cx="3279000" cy="3410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2" name="Google Shape;332;p41"/>
          <p:cNvGrpSpPr/>
          <p:nvPr/>
        </p:nvGrpSpPr>
        <p:grpSpPr>
          <a:xfrm>
            <a:off x="5505088" y="301599"/>
            <a:ext cx="3415670" cy="4627224"/>
            <a:chOff x="5505088" y="301599"/>
            <a:chExt cx="3415670" cy="4627224"/>
          </a:xfrm>
        </p:grpSpPr>
        <p:pic>
          <p:nvPicPr>
            <p:cNvPr id="333" name="Google Shape;333;p41"/>
            <p:cNvPicPr preferRelativeResize="0"/>
            <p:nvPr/>
          </p:nvPicPr>
          <p:blipFill>
            <a:blip r:embed="rId3">
              <a:alphaModFix/>
            </a:blip>
            <a:stretch>
              <a:fillRect/>
            </a:stretch>
          </p:blipFill>
          <p:spPr>
            <a:xfrm>
              <a:off x="7946414" y="2953225"/>
              <a:ext cx="773000" cy="1650775"/>
            </a:xfrm>
            <a:prstGeom prst="rect">
              <a:avLst/>
            </a:prstGeom>
            <a:noFill/>
            <a:ln>
              <a:noFill/>
            </a:ln>
            <a:effectLst>
              <a:outerShdw blurRad="57150" dist="19050" dir="5400000" algn="bl" rotWithShape="0">
                <a:schemeClr val="dk1">
                  <a:alpha val="50000"/>
                </a:schemeClr>
              </a:outerShdw>
            </a:effectLst>
          </p:spPr>
        </p:pic>
        <p:pic>
          <p:nvPicPr>
            <p:cNvPr id="334" name="Google Shape;334;p41"/>
            <p:cNvPicPr preferRelativeResize="0"/>
            <p:nvPr/>
          </p:nvPicPr>
          <p:blipFill>
            <a:blip r:embed="rId4">
              <a:alphaModFix/>
            </a:blip>
            <a:stretch>
              <a:fillRect/>
            </a:stretch>
          </p:blipFill>
          <p:spPr>
            <a:xfrm>
              <a:off x="7651396" y="398973"/>
              <a:ext cx="1269362" cy="1754764"/>
            </a:xfrm>
            <a:prstGeom prst="rect">
              <a:avLst/>
            </a:prstGeom>
            <a:noFill/>
            <a:ln>
              <a:noFill/>
            </a:ln>
            <a:effectLst>
              <a:outerShdw blurRad="57150" dist="19050" dir="5400000" algn="bl" rotWithShape="0">
                <a:schemeClr val="dk1">
                  <a:alpha val="50000"/>
                </a:schemeClr>
              </a:outerShdw>
            </a:effectLst>
          </p:spPr>
        </p:pic>
        <p:pic>
          <p:nvPicPr>
            <p:cNvPr id="335" name="Google Shape;335;p41"/>
            <p:cNvPicPr preferRelativeResize="0"/>
            <p:nvPr/>
          </p:nvPicPr>
          <p:blipFill>
            <a:blip r:embed="rId5">
              <a:alphaModFix/>
            </a:blip>
            <a:stretch>
              <a:fillRect/>
            </a:stretch>
          </p:blipFill>
          <p:spPr>
            <a:xfrm>
              <a:off x="5505089" y="3128048"/>
              <a:ext cx="1467974" cy="1754763"/>
            </a:xfrm>
            <a:prstGeom prst="rect">
              <a:avLst/>
            </a:prstGeom>
            <a:noFill/>
            <a:ln>
              <a:noFill/>
            </a:ln>
            <a:effectLst>
              <a:outerShdw blurRad="57150" dist="19050" dir="5400000" algn="bl" rotWithShape="0">
                <a:schemeClr val="dk1">
                  <a:alpha val="50000"/>
                </a:schemeClr>
              </a:outerShdw>
            </a:effectLst>
          </p:spPr>
        </p:pic>
        <p:pic>
          <p:nvPicPr>
            <p:cNvPr id="336" name="Google Shape;336;p41"/>
            <p:cNvPicPr preferRelativeResize="0"/>
            <p:nvPr/>
          </p:nvPicPr>
          <p:blipFill>
            <a:blip r:embed="rId6">
              <a:alphaModFix/>
            </a:blip>
            <a:stretch>
              <a:fillRect/>
            </a:stretch>
          </p:blipFill>
          <p:spPr>
            <a:xfrm>
              <a:off x="5505088" y="1074624"/>
              <a:ext cx="2020051" cy="1576749"/>
            </a:xfrm>
            <a:prstGeom prst="rect">
              <a:avLst/>
            </a:prstGeom>
            <a:noFill/>
            <a:ln>
              <a:noFill/>
            </a:ln>
            <a:effectLst>
              <a:outerShdw blurRad="57150" dist="19050" dir="5400000" algn="bl" rotWithShape="0">
                <a:schemeClr val="dk1">
                  <a:alpha val="50000"/>
                </a:schemeClr>
              </a:outerShdw>
            </a:effectLst>
          </p:spPr>
        </p:pic>
        <p:pic>
          <p:nvPicPr>
            <p:cNvPr id="337" name="Google Shape;337;p41"/>
            <p:cNvPicPr preferRelativeResize="0"/>
            <p:nvPr/>
          </p:nvPicPr>
          <p:blipFill>
            <a:blip r:embed="rId7">
              <a:alphaModFix/>
            </a:blip>
            <a:stretch>
              <a:fillRect/>
            </a:stretch>
          </p:blipFill>
          <p:spPr>
            <a:xfrm>
              <a:off x="6382225" y="301599"/>
              <a:ext cx="469561" cy="475800"/>
            </a:xfrm>
            <a:prstGeom prst="rect">
              <a:avLst/>
            </a:prstGeom>
            <a:noFill/>
            <a:ln>
              <a:noFill/>
            </a:ln>
            <a:effectLst>
              <a:outerShdw blurRad="57150" dist="19050" dir="5400000" algn="bl" rotWithShape="0">
                <a:schemeClr val="dk1">
                  <a:alpha val="50000"/>
                </a:schemeClr>
              </a:outerShdw>
            </a:effectLst>
          </p:spPr>
        </p:pic>
        <p:pic>
          <p:nvPicPr>
            <p:cNvPr id="338" name="Google Shape;338;p41"/>
            <p:cNvPicPr preferRelativeResize="0"/>
            <p:nvPr/>
          </p:nvPicPr>
          <p:blipFill>
            <a:blip r:embed="rId8">
              <a:alphaModFix/>
            </a:blip>
            <a:stretch>
              <a:fillRect/>
            </a:stretch>
          </p:blipFill>
          <p:spPr>
            <a:xfrm rot="4212119">
              <a:off x="6950302" y="4326788"/>
              <a:ext cx="490873" cy="554426"/>
            </a:xfrm>
            <a:prstGeom prst="rect">
              <a:avLst/>
            </a:prstGeom>
            <a:noFill/>
            <a:ln>
              <a:noFill/>
            </a:ln>
            <a:effectLst>
              <a:outerShdw blurRad="57150" dist="19050" dir="5400000" algn="bl" rotWithShape="0">
                <a:schemeClr val="dk1">
                  <a:alpha val="50000"/>
                </a:schemeClr>
              </a:outerShdw>
            </a:effectLst>
          </p:spPr>
        </p:pic>
        <p:pic>
          <p:nvPicPr>
            <p:cNvPr id="339" name="Google Shape;339;p41"/>
            <p:cNvPicPr preferRelativeResize="0"/>
            <p:nvPr/>
          </p:nvPicPr>
          <p:blipFill>
            <a:blip r:embed="rId7">
              <a:alphaModFix/>
            </a:blip>
            <a:stretch>
              <a:fillRect/>
            </a:stretch>
          </p:blipFill>
          <p:spPr>
            <a:xfrm>
              <a:off x="7347225" y="3477649"/>
              <a:ext cx="469561" cy="475800"/>
            </a:xfrm>
            <a:prstGeom prst="rect">
              <a:avLst/>
            </a:prstGeom>
            <a:noFill/>
            <a:ln>
              <a:noFill/>
            </a:ln>
            <a:effectLst>
              <a:outerShdw blurRad="57150" dist="19050" dir="5400000" algn="bl" rotWithShape="0">
                <a:schemeClr val="dk1">
                  <a:alpha val="50000"/>
                </a:schemeClr>
              </a:outerShdw>
            </a:effectLst>
          </p:spPr>
        </p:pic>
      </p:grpSp>
    </p:spTree>
    <p:extLst>
      <p:ext uri="{BB962C8B-B14F-4D97-AF65-F5344CB8AC3E}">
        <p14:creationId xmlns:p14="http://schemas.microsoft.com/office/powerpoint/2010/main" val="4000919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pic>
        <p:nvPicPr>
          <p:cNvPr id="13" name="Picture 12" descr="A diagram of a data processing process&#10;&#10;Description automatically generated with medium confidence">
            <a:extLst>
              <a:ext uri="{FF2B5EF4-FFF2-40B4-BE49-F238E27FC236}">
                <a16:creationId xmlns:a16="http://schemas.microsoft.com/office/drawing/2014/main" id="{F899AF2E-87BC-A04A-8F79-299B6C734BC1}"/>
              </a:ext>
            </a:extLst>
          </p:cNvPr>
          <p:cNvPicPr>
            <a:picLocks noChangeAspect="1"/>
          </p:cNvPicPr>
          <p:nvPr/>
        </p:nvPicPr>
        <p:blipFill rotWithShape="1">
          <a:blip r:embed="rId3"/>
          <a:srcRect l="3311" t="2500" b="3362"/>
          <a:stretch/>
        </p:blipFill>
        <p:spPr>
          <a:xfrm>
            <a:off x="1392627" y="76697"/>
            <a:ext cx="6616255" cy="4966650"/>
          </a:xfrm>
          <a:prstGeom prst="rect">
            <a:avLst/>
          </a:prstGeom>
          <a:ln>
            <a:solidFill>
              <a:schemeClr val="bg2">
                <a:lumMod val="75000"/>
              </a:schemeClr>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1"/>
          <p:cNvSpPr txBox="1">
            <a:spLocks noGrp="1"/>
          </p:cNvSpPr>
          <p:nvPr>
            <p:ph type="title"/>
          </p:nvPr>
        </p:nvSpPr>
        <p:spPr>
          <a:xfrm>
            <a:off x="499071" y="2458613"/>
            <a:ext cx="5365829" cy="85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400" dirty="0"/>
              <a:t>Data Description</a:t>
            </a:r>
            <a:endParaRPr sz="4400" dirty="0"/>
          </a:p>
        </p:txBody>
      </p:sp>
      <p:sp>
        <p:nvSpPr>
          <p:cNvPr id="327" name="Google Shape;327;p41"/>
          <p:cNvSpPr txBox="1">
            <a:spLocks noGrp="1"/>
          </p:cNvSpPr>
          <p:nvPr>
            <p:ph type="title" idx="2"/>
          </p:nvPr>
        </p:nvSpPr>
        <p:spPr>
          <a:xfrm>
            <a:off x="713225" y="1456263"/>
            <a:ext cx="16521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sp>
        <p:nvSpPr>
          <p:cNvPr id="328" name="Google Shape;328;p41"/>
          <p:cNvSpPr txBox="1">
            <a:spLocks noGrp="1"/>
          </p:cNvSpPr>
          <p:nvPr>
            <p:ph type="subTitle" idx="1"/>
          </p:nvPr>
        </p:nvSpPr>
        <p:spPr>
          <a:xfrm>
            <a:off x="593942" y="3290149"/>
            <a:ext cx="50676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Dataset </a:t>
            </a:r>
            <a:r>
              <a:rPr lang="en" b="1" dirty="0">
                <a:solidFill>
                  <a:srgbClr val="CE4E26"/>
                </a:solidFill>
              </a:rPr>
              <a:t>&amp; </a:t>
            </a:r>
            <a:r>
              <a:rPr lang="en" b="1" dirty="0"/>
              <a:t>Overall Analysis</a:t>
            </a:r>
            <a:endParaRPr b="1" dirty="0"/>
          </a:p>
        </p:txBody>
      </p:sp>
      <p:grpSp>
        <p:nvGrpSpPr>
          <p:cNvPr id="329" name="Google Shape;329;p41"/>
          <p:cNvGrpSpPr/>
          <p:nvPr/>
        </p:nvGrpSpPr>
        <p:grpSpPr>
          <a:xfrm>
            <a:off x="5864900" y="-21400"/>
            <a:ext cx="3279000" cy="5164850"/>
            <a:chOff x="5864900" y="-21400"/>
            <a:chExt cx="3279000" cy="5164850"/>
          </a:xfrm>
        </p:grpSpPr>
        <p:sp>
          <p:nvSpPr>
            <p:cNvPr id="330" name="Google Shape;330;p41"/>
            <p:cNvSpPr/>
            <p:nvPr/>
          </p:nvSpPr>
          <p:spPr>
            <a:xfrm>
              <a:off x="5864900" y="-21400"/>
              <a:ext cx="3279000" cy="1754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1"/>
            <p:cNvSpPr/>
            <p:nvPr/>
          </p:nvSpPr>
          <p:spPr>
            <a:xfrm>
              <a:off x="5864900" y="1733350"/>
              <a:ext cx="3279000" cy="3410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2" name="Google Shape;332;p41"/>
          <p:cNvGrpSpPr/>
          <p:nvPr/>
        </p:nvGrpSpPr>
        <p:grpSpPr>
          <a:xfrm>
            <a:off x="5505088" y="301599"/>
            <a:ext cx="3415670" cy="4627224"/>
            <a:chOff x="5505088" y="301599"/>
            <a:chExt cx="3415670" cy="4627224"/>
          </a:xfrm>
        </p:grpSpPr>
        <p:pic>
          <p:nvPicPr>
            <p:cNvPr id="333" name="Google Shape;333;p41"/>
            <p:cNvPicPr preferRelativeResize="0"/>
            <p:nvPr/>
          </p:nvPicPr>
          <p:blipFill>
            <a:blip r:embed="rId3">
              <a:alphaModFix/>
            </a:blip>
            <a:stretch>
              <a:fillRect/>
            </a:stretch>
          </p:blipFill>
          <p:spPr>
            <a:xfrm>
              <a:off x="7946414" y="2953225"/>
              <a:ext cx="773000" cy="1650775"/>
            </a:xfrm>
            <a:prstGeom prst="rect">
              <a:avLst/>
            </a:prstGeom>
            <a:noFill/>
            <a:ln>
              <a:noFill/>
            </a:ln>
            <a:effectLst>
              <a:outerShdw blurRad="57150" dist="19050" dir="5400000" algn="bl" rotWithShape="0">
                <a:schemeClr val="dk1">
                  <a:alpha val="50000"/>
                </a:schemeClr>
              </a:outerShdw>
            </a:effectLst>
          </p:spPr>
        </p:pic>
        <p:pic>
          <p:nvPicPr>
            <p:cNvPr id="334" name="Google Shape;334;p41"/>
            <p:cNvPicPr preferRelativeResize="0"/>
            <p:nvPr/>
          </p:nvPicPr>
          <p:blipFill>
            <a:blip r:embed="rId4">
              <a:alphaModFix/>
            </a:blip>
            <a:stretch>
              <a:fillRect/>
            </a:stretch>
          </p:blipFill>
          <p:spPr>
            <a:xfrm>
              <a:off x="7651396" y="398973"/>
              <a:ext cx="1269362" cy="1754764"/>
            </a:xfrm>
            <a:prstGeom prst="rect">
              <a:avLst/>
            </a:prstGeom>
            <a:noFill/>
            <a:ln>
              <a:noFill/>
            </a:ln>
            <a:effectLst>
              <a:outerShdw blurRad="57150" dist="19050" dir="5400000" algn="bl" rotWithShape="0">
                <a:schemeClr val="dk1">
                  <a:alpha val="50000"/>
                </a:schemeClr>
              </a:outerShdw>
            </a:effectLst>
          </p:spPr>
        </p:pic>
        <p:pic>
          <p:nvPicPr>
            <p:cNvPr id="335" name="Google Shape;335;p41"/>
            <p:cNvPicPr preferRelativeResize="0"/>
            <p:nvPr/>
          </p:nvPicPr>
          <p:blipFill>
            <a:blip r:embed="rId5">
              <a:alphaModFix/>
            </a:blip>
            <a:stretch>
              <a:fillRect/>
            </a:stretch>
          </p:blipFill>
          <p:spPr>
            <a:xfrm>
              <a:off x="5505089" y="3128048"/>
              <a:ext cx="1467974" cy="1754763"/>
            </a:xfrm>
            <a:prstGeom prst="rect">
              <a:avLst/>
            </a:prstGeom>
            <a:noFill/>
            <a:ln>
              <a:noFill/>
            </a:ln>
            <a:effectLst>
              <a:outerShdw blurRad="57150" dist="19050" dir="5400000" algn="bl" rotWithShape="0">
                <a:schemeClr val="dk1">
                  <a:alpha val="50000"/>
                </a:schemeClr>
              </a:outerShdw>
            </a:effectLst>
          </p:spPr>
        </p:pic>
        <p:pic>
          <p:nvPicPr>
            <p:cNvPr id="336" name="Google Shape;336;p41"/>
            <p:cNvPicPr preferRelativeResize="0"/>
            <p:nvPr/>
          </p:nvPicPr>
          <p:blipFill>
            <a:blip r:embed="rId6">
              <a:alphaModFix/>
            </a:blip>
            <a:stretch>
              <a:fillRect/>
            </a:stretch>
          </p:blipFill>
          <p:spPr>
            <a:xfrm>
              <a:off x="5505088" y="1074624"/>
              <a:ext cx="2020051" cy="1576749"/>
            </a:xfrm>
            <a:prstGeom prst="rect">
              <a:avLst/>
            </a:prstGeom>
            <a:noFill/>
            <a:ln>
              <a:noFill/>
            </a:ln>
            <a:effectLst>
              <a:outerShdw blurRad="57150" dist="19050" dir="5400000" algn="bl" rotWithShape="0">
                <a:schemeClr val="dk1">
                  <a:alpha val="50000"/>
                </a:schemeClr>
              </a:outerShdw>
            </a:effectLst>
          </p:spPr>
        </p:pic>
        <p:pic>
          <p:nvPicPr>
            <p:cNvPr id="337" name="Google Shape;337;p41"/>
            <p:cNvPicPr preferRelativeResize="0"/>
            <p:nvPr/>
          </p:nvPicPr>
          <p:blipFill>
            <a:blip r:embed="rId7">
              <a:alphaModFix/>
            </a:blip>
            <a:stretch>
              <a:fillRect/>
            </a:stretch>
          </p:blipFill>
          <p:spPr>
            <a:xfrm>
              <a:off x="6382225" y="301599"/>
              <a:ext cx="469561" cy="475800"/>
            </a:xfrm>
            <a:prstGeom prst="rect">
              <a:avLst/>
            </a:prstGeom>
            <a:noFill/>
            <a:ln>
              <a:noFill/>
            </a:ln>
            <a:effectLst>
              <a:outerShdw blurRad="57150" dist="19050" dir="5400000" algn="bl" rotWithShape="0">
                <a:schemeClr val="dk1">
                  <a:alpha val="50000"/>
                </a:schemeClr>
              </a:outerShdw>
            </a:effectLst>
          </p:spPr>
        </p:pic>
        <p:pic>
          <p:nvPicPr>
            <p:cNvPr id="338" name="Google Shape;338;p41"/>
            <p:cNvPicPr preferRelativeResize="0"/>
            <p:nvPr/>
          </p:nvPicPr>
          <p:blipFill>
            <a:blip r:embed="rId8">
              <a:alphaModFix/>
            </a:blip>
            <a:stretch>
              <a:fillRect/>
            </a:stretch>
          </p:blipFill>
          <p:spPr>
            <a:xfrm rot="4212119">
              <a:off x="6950302" y="4326788"/>
              <a:ext cx="490873" cy="554426"/>
            </a:xfrm>
            <a:prstGeom prst="rect">
              <a:avLst/>
            </a:prstGeom>
            <a:noFill/>
            <a:ln>
              <a:noFill/>
            </a:ln>
            <a:effectLst>
              <a:outerShdw blurRad="57150" dist="19050" dir="5400000" algn="bl" rotWithShape="0">
                <a:schemeClr val="dk1">
                  <a:alpha val="50000"/>
                </a:schemeClr>
              </a:outerShdw>
            </a:effectLst>
          </p:spPr>
        </p:pic>
        <p:pic>
          <p:nvPicPr>
            <p:cNvPr id="339" name="Google Shape;339;p41"/>
            <p:cNvPicPr preferRelativeResize="0"/>
            <p:nvPr/>
          </p:nvPicPr>
          <p:blipFill>
            <a:blip r:embed="rId7">
              <a:alphaModFix/>
            </a:blip>
            <a:stretch>
              <a:fillRect/>
            </a:stretch>
          </p:blipFill>
          <p:spPr>
            <a:xfrm>
              <a:off x="7347225" y="3477649"/>
              <a:ext cx="469561" cy="475800"/>
            </a:xfrm>
            <a:prstGeom prst="rect">
              <a:avLst/>
            </a:prstGeom>
            <a:noFill/>
            <a:ln>
              <a:noFill/>
            </a:ln>
            <a:effectLst>
              <a:outerShdw blurRad="57150" dist="19050" dir="5400000" algn="bl" rotWithShape="0">
                <a:schemeClr val="dk1">
                  <a:alpha val="50000"/>
                </a:schemeClr>
              </a:outerShdw>
            </a:effectLst>
          </p:spPr>
        </p:pic>
      </p:grpSp>
    </p:spTree>
    <p:extLst>
      <p:ext uri="{BB962C8B-B14F-4D97-AF65-F5344CB8AC3E}">
        <p14:creationId xmlns:p14="http://schemas.microsoft.com/office/powerpoint/2010/main" val="980468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3" name="Google Shape;623;p58"/>
          <p:cNvSpPr txBox="1">
            <a:spLocks noGrp="1"/>
          </p:cNvSpPr>
          <p:nvPr>
            <p:ph type="title"/>
          </p:nvPr>
        </p:nvSpPr>
        <p:spPr>
          <a:xfrm>
            <a:off x="284310" y="49627"/>
            <a:ext cx="7704000" cy="43082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t>File 1: </a:t>
            </a:r>
            <a:r>
              <a:rPr lang="en-US" sz="1800" dirty="0">
                <a:solidFill>
                  <a:srgbClr val="CE4E26"/>
                </a:solidFill>
              </a:rPr>
              <a:t>P</a:t>
            </a:r>
            <a:r>
              <a:rPr lang="en-US" sz="1800" dirty="0"/>
              <a:t>rescription and </a:t>
            </a:r>
            <a:r>
              <a:rPr lang="en-US" sz="1800" dirty="0">
                <a:solidFill>
                  <a:srgbClr val="CE4E26"/>
                </a:solidFill>
              </a:rPr>
              <a:t>D</a:t>
            </a:r>
            <a:r>
              <a:rPr lang="en-US" sz="1800" dirty="0"/>
              <a:t>ispending of </a:t>
            </a:r>
            <a:r>
              <a:rPr lang="en-US" sz="1800" dirty="0">
                <a:solidFill>
                  <a:srgbClr val="CE4E26"/>
                </a:solidFill>
              </a:rPr>
              <a:t>M</a:t>
            </a:r>
            <a:r>
              <a:rPr lang="en-US" sz="1800" dirty="0"/>
              <a:t>edications</a:t>
            </a:r>
            <a:endParaRPr sz="1800" dirty="0"/>
          </a:p>
        </p:txBody>
      </p:sp>
      <p:sp>
        <p:nvSpPr>
          <p:cNvPr id="624" name="Google Shape;624;p58"/>
          <p:cNvSpPr txBox="1"/>
          <p:nvPr/>
        </p:nvSpPr>
        <p:spPr>
          <a:xfrm flipH="1">
            <a:off x="6890690" y="644998"/>
            <a:ext cx="2001501" cy="57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sz="1100" dirty="0">
                <a:solidFill>
                  <a:schemeClr val="dk1"/>
                </a:solidFill>
                <a:latin typeface="Montserrat"/>
                <a:ea typeface="Montserrat"/>
                <a:cs typeface="Montserrat"/>
                <a:sym typeface="Montserrat"/>
              </a:rPr>
              <a:t>NHS- the national health service website for </a:t>
            </a:r>
            <a:r>
              <a:rPr lang="en-US" sz="1100" b="1" dirty="0">
                <a:solidFill>
                  <a:srgbClr val="CE4E26"/>
                </a:solidFill>
                <a:latin typeface="Montserrat"/>
                <a:ea typeface="Montserrat"/>
                <a:cs typeface="Montserrat"/>
                <a:sym typeface="Montserrat"/>
              </a:rPr>
              <a:t>England</a:t>
            </a:r>
            <a:r>
              <a:rPr lang="en-US" sz="1100" dirty="0">
                <a:solidFill>
                  <a:srgbClr val="CE4E26"/>
                </a:solidFill>
                <a:latin typeface="Montserrat"/>
                <a:ea typeface="Montserrat"/>
                <a:cs typeface="Montserrat"/>
                <a:sym typeface="Montserrat"/>
              </a:rPr>
              <a:t>.</a:t>
            </a:r>
          </a:p>
          <a:p>
            <a:pPr marL="0" lvl="0" indent="0" algn="l" rtl="0">
              <a:lnSpc>
                <a:spcPct val="115000"/>
              </a:lnSpc>
              <a:spcBef>
                <a:spcPts val="0"/>
              </a:spcBef>
              <a:spcAft>
                <a:spcPts val="0"/>
              </a:spcAft>
              <a:buNone/>
            </a:pPr>
            <a:endParaRPr lang="en-US" dirty="0">
              <a:solidFill>
                <a:schemeClr val="dk1"/>
              </a:solidFill>
              <a:latin typeface="Montserrat"/>
              <a:ea typeface="Montserrat"/>
              <a:cs typeface="Montserrat"/>
              <a:sym typeface="Montserrat"/>
            </a:endParaRPr>
          </a:p>
        </p:txBody>
      </p:sp>
      <p:grpSp>
        <p:nvGrpSpPr>
          <p:cNvPr id="627" name="Google Shape;627;p58"/>
          <p:cNvGrpSpPr/>
          <p:nvPr/>
        </p:nvGrpSpPr>
        <p:grpSpPr>
          <a:xfrm>
            <a:off x="422000" y="672864"/>
            <a:ext cx="3341434" cy="2055557"/>
            <a:chOff x="233350" y="949250"/>
            <a:chExt cx="7137300" cy="3802300"/>
          </a:xfrm>
        </p:grpSpPr>
        <p:sp>
          <p:nvSpPr>
            <p:cNvPr id="628" name="Google Shape;628;p58"/>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58"/>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58"/>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58"/>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58"/>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58"/>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58"/>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58"/>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58"/>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58"/>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58"/>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58"/>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58"/>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58"/>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58"/>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58"/>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58"/>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58"/>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58"/>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58"/>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58"/>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58"/>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58"/>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58"/>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58"/>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58"/>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58"/>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58"/>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58"/>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58"/>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58"/>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58"/>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58"/>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58"/>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58"/>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58"/>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58"/>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58"/>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58"/>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58"/>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58"/>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58"/>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58"/>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8"/>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8"/>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8"/>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8"/>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8"/>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8"/>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8"/>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8"/>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82" name="Google Shape;682;p58"/>
          <p:cNvCxnSpPr>
            <a:cxnSpLocks/>
          </p:cNvCxnSpPr>
          <p:nvPr/>
        </p:nvCxnSpPr>
        <p:spPr>
          <a:xfrm flipV="1">
            <a:off x="1884793" y="902771"/>
            <a:ext cx="3118246" cy="173775"/>
          </a:xfrm>
          <a:prstGeom prst="bentConnector3">
            <a:avLst>
              <a:gd name="adj1" fmla="val 61869"/>
            </a:avLst>
          </a:prstGeom>
          <a:noFill/>
          <a:ln w="9525" cap="flat" cmpd="sng">
            <a:solidFill>
              <a:schemeClr val="dk1"/>
            </a:solidFill>
            <a:prstDash val="solid"/>
            <a:round/>
            <a:headEnd type="none" w="med" len="med"/>
            <a:tailEnd type="none" w="med" len="med"/>
          </a:ln>
        </p:spPr>
      </p:cxnSp>
      <p:pic>
        <p:nvPicPr>
          <p:cNvPr id="70" name="Google Shape;679;p58">
            <a:extLst>
              <a:ext uri="{FF2B5EF4-FFF2-40B4-BE49-F238E27FC236}">
                <a16:creationId xmlns:a16="http://schemas.microsoft.com/office/drawing/2014/main" id="{AD5A9A87-D3FB-414B-B6A3-05CEAD44B65F}"/>
              </a:ext>
            </a:extLst>
          </p:cNvPr>
          <p:cNvPicPr preferRelativeResize="0"/>
          <p:nvPr/>
        </p:nvPicPr>
        <p:blipFill>
          <a:blip r:embed="rId3">
            <a:alphaModFix/>
          </a:blip>
          <a:stretch>
            <a:fillRect/>
          </a:stretch>
        </p:blipFill>
        <p:spPr>
          <a:xfrm>
            <a:off x="4834353" y="781526"/>
            <a:ext cx="250925" cy="254250"/>
          </a:xfrm>
          <a:prstGeom prst="rect">
            <a:avLst/>
          </a:prstGeom>
          <a:noFill/>
          <a:ln>
            <a:noFill/>
          </a:ln>
          <a:effectLst>
            <a:outerShdw blurRad="57150" dist="19050" dir="5400000" algn="bl" rotWithShape="0">
              <a:schemeClr val="dk1">
                <a:alpha val="50000"/>
              </a:schemeClr>
            </a:outerShdw>
          </a:effectLst>
        </p:spPr>
      </p:pic>
      <p:pic>
        <p:nvPicPr>
          <p:cNvPr id="71" name="Picture 70">
            <a:extLst>
              <a:ext uri="{FF2B5EF4-FFF2-40B4-BE49-F238E27FC236}">
                <a16:creationId xmlns:a16="http://schemas.microsoft.com/office/drawing/2014/main" id="{53681AB4-7C8A-EE4B-ADC7-96739222FB8F}"/>
              </a:ext>
            </a:extLst>
          </p:cNvPr>
          <p:cNvPicPr>
            <a:picLocks noChangeAspect="1"/>
          </p:cNvPicPr>
          <p:nvPr/>
        </p:nvPicPr>
        <p:blipFill>
          <a:blip r:embed="rId4"/>
          <a:stretch>
            <a:fillRect/>
          </a:stretch>
        </p:blipFill>
        <p:spPr>
          <a:xfrm>
            <a:off x="5128209" y="656487"/>
            <a:ext cx="1637311" cy="651404"/>
          </a:xfrm>
          <a:prstGeom prst="rect">
            <a:avLst/>
          </a:prstGeom>
        </p:spPr>
      </p:pic>
      <p:sp>
        <p:nvSpPr>
          <p:cNvPr id="74" name="Google Shape;624;p58">
            <a:extLst>
              <a:ext uri="{FF2B5EF4-FFF2-40B4-BE49-F238E27FC236}">
                <a16:creationId xmlns:a16="http://schemas.microsoft.com/office/drawing/2014/main" id="{110ED0B9-D8DE-BB42-A6D8-7052FCD6E5DB}"/>
              </a:ext>
            </a:extLst>
          </p:cNvPr>
          <p:cNvSpPr txBox="1"/>
          <p:nvPr/>
        </p:nvSpPr>
        <p:spPr>
          <a:xfrm flipH="1">
            <a:off x="4224389" y="1589570"/>
            <a:ext cx="4617381" cy="1096382"/>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050" b="1" dirty="0">
                <a:solidFill>
                  <a:srgbClr val="CE4E26"/>
                </a:solidFill>
                <a:latin typeface="Montserrat"/>
                <a:ea typeface="Montserrat"/>
                <a:cs typeface="Montserrat"/>
                <a:sym typeface="Montserrat"/>
              </a:rPr>
              <a:t>• Items Dispensed:</a:t>
            </a:r>
          </a:p>
          <a:p>
            <a:pPr marL="0" lvl="0" indent="0" algn="l" rtl="0">
              <a:lnSpc>
                <a:spcPct val="115000"/>
              </a:lnSpc>
              <a:spcBef>
                <a:spcPts val="0"/>
              </a:spcBef>
              <a:spcAft>
                <a:spcPts val="0"/>
              </a:spcAft>
              <a:buNone/>
            </a:pPr>
            <a:r>
              <a:rPr lang="en-US" sz="1050" dirty="0">
                <a:solidFill>
                  <a:schemeClr val="dk1"/>
                </a:solidFill>
                <a:latin typeface="Montserrat"/>
                <a:ea typeface="Montserrat"/>
                <a:cs typeface="Montserrat"/>
                <a:sym typeface="Montserrat"/>
              </a:rPr>
              <a:t>Number of prescriptions fulfilled monthly.</a:t>
            </a:r>
          </a:p>
          <a:p>
            <a:pPr marL="0" lvl="0" indent="0" algn="l" rtl="0">
              <a:lnSpc>
                <a:spcPct val="115000"/>
              </a:lnSpc>
              <a:spcBef>
                <a:spcPts val="0"/>
              </a:spcBef>
              <a:spcAft>
                <a:spcPts val="0"/>
              </a:spcAft>
              <a:buNone/>
            </a:pPr>
            <a:br>
              <a:rPr lang="en-US" sz="1050" dirty="0">
                <a:solidFill>
                  <a:schemeClr val="dk1"/>
                </a:solidFill>
                <a:latin typeface="Montserrat"/>
                <a:ea typeface="Montserrat"/>
                <a:cs typeface="Montserrat"/>
                <a:sym typeface="Montserrat"/>
              </a:rPr>
            </a:br>
            <a:r>
              <a:rPr lang="en-US" sz="1050" b="1" dirty="0">
                <a:solidFill>
                  <a:srgbClr val="CE4E26"/>
                </a:solidFill>
                <a:latin typeface="Montserrat"/>
                <a:ea typeface="Montserrat"/>
                <a:cs typeface="Montserrat"/>
                <a:sym typeface="Montserrat"/>
              </a:rPr>
              <a:t>• Total Quantity Dispensed:</a:t>
            </a:r>
          </a:p>
          <a:p>
            <a:pPr marL="0" lvl="0" indent="0" algn="l" rtl="0">
              <a:lnSpc>
                <a:spcPct val="115000"/>
              </a:lnSpc>
              <a:spcBef>
                <a:spcPts val="0"/>
              </a:spcBef>
              <a:spcAft>
                <a:spcPts val="0"/>
              </a:spcAft>
              <a:buNone/>
            </a:pPr>
            <a:r>
              <a:rPr lang="en-US" sz="1050" dirty="0">
                <a:solidFill>
                  <a:schemeClr val="dk1"/>
                </a:solidFill>
                <a:latin typeface="Montserrat"/>
                <a:ea typeface="Montserrat"/>
                <a:cs typeface="Montserrat"/>
                <a:sym typeface="Montserrat"/>
              </a:rPr>
              <a:t>Total amount of medication distributed monthly</a:t>
            </a:r>
          </a:p>
          <a:p>
            <a:pPr marL="0" lvl="0" indent="0" algn="l" rtl="0">
              <a:lnSpc>
                <a:spcPct val="115000"/>
              </a:lnSpc>
              <a:spcBef>
                <a:spcPts val="0"/>
              </a:spcBef>
              <a:spcAft>
                <a:spcPts val="0"/>
              </a:spcAft>
              <a:buNone/>
            </a:pPr>
            <a:endParaRPr lang="en-US" sz="1100" dirty="0">
              <a:solidFill>
                <a:schemeClr val="dk1"/>
              </a:solidFill>
              <a:latin typeface="Montserrat"/>
              <a:ea typeface="Montserrat"/>
              <a:cs typeface="Montserrat"/>
              <a:sym typeface="Montserrat"/>
            </a:endParaRPr>
          </a:p>
        </p:txBody>
      </p:sp>
      <p:pic>
        <p:nvPicPr>
          <p:cNvPr id="75" name="Picture 74" descr="A graph showing the growth of the company's sales&#10;&#10;Description automatically generated">
            <a:extLst>
              <a:ext uri="{FF2B5EF4-FFF2-40B4-BE49-F238E27FC236}">
                <a16:creationId xmlns:a16="http://schemas.microsoft.com/office/drawing/2014/main" id="{BD1CD131-4799-804F-9263-C855D3999962}"/>
              </a:ext>
            </a:extLst>
          </p:cNvPr>
          <p:cNvPicPr>
            <a:picLocks noChangeAspect="1"/>
          </p:cNvPicPr>
          <p:nvPr/>
        </p:nvPicPr>
        <p:blipFill>
          <a:blip r:embed="rId5"/>
          <a:stretch>
            <a:fillRect/>
          </a:stretch>
        </p:blipFill>
        <p:spPr>
          <a:xfrm>
            <a:off x="4227203" y="2728421"/>
            <a:ext cx="4466535" cy="2214501"/>
          </a:xfrm>
          <a:prstGeom prst="rect">
            <a:avLst/>
          </a:prstGeom>
          <a:ln>
            <a:solidFill>
              <a:schemeClr val="bg1">
                <a:lumMod val="75000"/>
              </a:schemeClr>
            </a:solidFill>
          </a:ln>
        </p:spPr>
      </p:pic>
      <p:pic>
        <p:nvPicPr>
          <p:cNvPr id="76" name="Picture 75">
            <a:extLst>
              <a:ext uri="{FF2B5EF4-FFF2-40B4-BE49-F238E27FC236}">
                <a16:creationId xmlns:a16="http://schemas.microsoft.com/office/drawing/2014/main" id="{A5AB5A66-E5FC-4743-B0FF-4D282E36AD90}"/>
              </a:ext>
            </a:extLst>
          </p:cNvPr>
          <p:cNvPicPr>
            <a:picLocks noChangeAspect="1"/>
          </p:cNvPicPr>
          <p:nvPr/>
        </p:nvPicPr>
        <p:blipFill rotWithShape="1">
          <a:blip r:embed="rId6"/>
          <a:srcRect l="829" t="1324" r="1587" b="869"/>
          <a:stretch/>
        </p:blipFill>
        <p:spPr>
          <a:xfrm>
            <a:off x="573216" y="2785023"/>
            <a:ext cx="3333516" cy="2358477"/>
          </a:xfrm>
          <a:prstGeom prst="rect">
            <a:avLst/>
          </a:prstGeom>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3" name="Google Shape;623;p58"/>
          <p:cNvSpPr txBox="1">
            <a:spLocks noGrp="1"/>
          </p:cNvSpPr>
          <p:nvPr>
            <p:ph type="title"/>
          </p:nvPr>
        </p:nvSpPr>
        <p:spPr>
          <a:xfrm>
            <a:off x="433062" y="48472"/>
            <a:ext cx="7704000" cy="43082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t>File 2 : </a:t>
            </a:r>
            <a:r>
              <a:rPr lang="en-US" sz="1800" dirty="0">
                <a:solidFill>
                  <a:srgbClr val="CE4E26"/>
                </a:solidFill>
              </a:rPr>
              <a:t>S</a:t>
            </a:r>
            <a:r>
              <a:rPr lang="en-US" sz="1800" dirty="0"/>
              <a:t>hortage </a:t>
            </a:r>
            <a:r>
              <a:rPr lang="en-US" sz="1800" dirty="0">
                <a:solidFill>
                  <a:srgbClr val="CE4E26"/>
                </a:solidFill>
              </a:rPr>
              <a:t>M</a:t>
            </a:r>
            <a:r>
              <a:rPr lang="en-US" sz="1800" dirty="0"/>
              <a:t>edications</a:t>
            </a:r>
            <a:endParaRPr sz="1800" dirty="0"/>
          </a:p>
        </p:txBody>
      </p:sp>
      <p:sp>
        <p:nvSpPr>
          <p:cNvPr id="624" name="Google Shape;624;p58"/>
          <p:cNvSpPr txBox="1"/>
          <p:nvPr/>
        </p:nvSpPr>
        <p:spPr>
          <a:xfrm flipH="1">
            <a:off x="5387300" y="1060339"/>
            <a:ext cx="3432528" cy="57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sz="1100" dirty="0">
                <a:solidFill>
                  <a:schemeClr val="dk1"/>
                </a:solidFill>
                <a:latin typeface="Montserrat"/>
                <a:ea typeface="Montserrat"/>
                <a:cs typeface="Montserrat"/>
                <a:sym typeface="Montserrat"/>
              </a:rPr>
              <a:t>DHAC- </a:t>
            </a:r>
            <a:r>
              <a:rPr lang="en-US" sz="1100" b="1" dirty="0">
                <a:solidFill>
                  <a:srgbClr val="CE4E26"/>
                </a:solidFill>
                <a:latin typeface="Montserrat"/>
                <a:ea typeface="Montserrat"/>
                <a:cs typeface="Montserrat"/>
                <a:sym typeface="Montserrat"/>
              </a:rPr>
              <a:t>Australian </a:t>
            </a:r>
            <a:r>
              <a:rPr lang="en-US" sz="1100" dirty="0">
                <a:solidFill>
                  <a:schemeClr val="dk1"/>
                </a:solidFill>
                <a:latin typeface="Montserrat"/>
                <a:ea typeface="Montserrat"/>
                <a:cs typeface="Montserrat"/>
                <a:sym typeface="Montserrat"/>
              </a:rPr>
              <a:t>Government Department of Health and aged care</a:t>
            </a:r>
            <a:endParaRPr lang="en-US" dirty="0">
              <a:solidFill>
                <a:schemeClr val="dk1"/>
              </a:solidFill>
              <a:latin typeface="Montserrat"/>
              <a:ea typeface="Montserrat"/>
              <a:cs typeface="Montserrat"/>
              <a:sym typeface="Montserrat"/>
            </a:endParaRPr>
          </a:p>
        </p:txBody>
      </p:sp>
      <p:grpSp>
        <p:nvGrpSpPr>
          <p:cNvPr id="627" name="Google Shape;627;p58"/>
          <p:cNvGrpSpPr/>
          <p:nvPr/>
        </p:nvGrpSpPr>
        <p:grpSpPr>
          <a:xfrm>
            <a:off x="433062" y="555053"/>
            <a:ext cx="2342795" cy="1437233"/>
            <a:chOff x="233350" y="949250"/>
            <a:chExt cx="7137300" cy="3802300"/>
          </a:xfrm>
        </p:grpSpPr>
        <p:sp>
          <p:nvSpPr>
            <p:cNvPr id="628" name="Google Shape;628;p58"/>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58"/>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58"/>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58"/>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58"/>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58"/>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58"/>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58"/>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58"/>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58"/>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58"/>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58"/>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58"/>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58"/>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58"/>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58"/>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58"/>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58"/>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58"/>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58"/>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58"/>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58"/>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58"/>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58"/>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58"/>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58"/>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58"/>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58"/>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58"/>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58"/>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58"/>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58"/>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58"/>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58"/>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58"/>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58"/>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58"/>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58"/>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58"/>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58"/>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58"/>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58"/>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58"/>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8"/>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8"/>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8"/>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8"/>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8"/>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8"/>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8"/>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8"/>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82" name="Google Shape;682;p58"/>
          <p:cNvCxnSpPr>
            <a:cxnSpLocks/>
          </p:cNvCxnSpPr>
          <p:nvPr/>
        </p:nvCxnSpPr>
        <p:spPr>
          <a:xfrm flipV="1">
            <a:off x="2540676" y="750942"/>
            <a:ext cx="2754216" cy="927848"/>
          </a:xfrm>
          <a:prstGeom prst="bentConnector3">
            <a:avLst>
              <a:gd name="adj1" fmla="val 50000"/>
            </a:avLst>
          </a:prstGeom>
          <a:noFill/>
          <a:ln w="9525" cap="flat" cmpd="sng">
            <a:solidFill>
              <a:schemeClr val="dk1"/>
            </a:solidFill>
            <a:prstDash val="solid"/>
            <a:round/>
            <a:headEnd type="none" w="med" len="med"/>
            <a:tailEnd type="none" w="med" len="med"/>
          </a:ln>
        </p:spPr>
      </p:cxnSp>
      <p:pic>
        <p:nvPicPr>
          <p:cNvPr id="70" name="Google Shape;679;p58">
            <a:extLst>
              <a:ext uri="{FF2B5EF4-FFF2-40B4-BE49-F238E27FC236}">
                <a16:creationId xmlns:a16="http://schemas.microsoft.com/office/drawing/2014/main" id="{AD5A9A87-D3FB-414B-B6A3-05CEAD44B65F}"/>
              </a:ext>
            </a:extLst>
          </p:cNvPr>
          <p:cNvPicPr preferRelativeResize="0"/>
          <p:nvPr/>
        </p:nvPicPr>
        <p:blipFill>
          <a:blip r:embed="rId3">
            <a:alphaModFix/>
          </a:blip>
          <a:stretch>
            <a:fillRect/>
          </a:stretch>
        </p:blipFill>
        <p:spPr>
          <a:xfrm>
            <a:off x="5104852" y="656668"/>
            <a:ext cx="250925" cy="254250"/>
          </a:xfrm>
          <a:prstGeom prst="rect">
            <a:avLst/>
          </a:prstGeom>
          <a:noFill/>
          <a:ln>
            <a:noFill/>
          </a:ln>
          <a:effectLst>
            <a:outerShdw blurRad="57150" dist="19050" dir="5400000" algn="bl" rotWithShape="0">
              <a:schemeClr val="dk1">
                <a:alpha val="50000"/>
              </a:schemeClr>
            </a:outerShdw>
          </a:effectLst>
        </p:spPr>
      </p:pic>
      <p:pic>
        <p:nvPicPr>
          <p:cNvPr id="62" name="Picture 61">
            <a:extLst>
              <a:ext uri="{FF2B5EF4-FFF2-40B4-BE49-F238E27FC236}">
                <a16:creationId xmlns:a16="http://schemas.microsoft.com/office/drawing/2014/main" id="{7E952867-1BB6-EB49-8D90-4DD4246C9A09}"/>
              </a:ext>
            </a:extLst>
          </p:cNvPr>
          <p:cNvPicPr>
            <a:picLocks noChangeAspect="1"/>
          </p:cNvPicPr>
          <p:nvPr/>
        </p:nvPicPr>
        <p:blipFill>
          <a:blip r:embed="rId4"/>
          <a:stretch>
            <a:fillRect/>
          </a:stretch>
        </p:blipFill>
        <p:spPr>
          <a:xfrm>
            <a:off x="5430442" y="408483"/>
            <a:ext cx="3389387" cy="673070"/>
          </a:xfrm>
          <a:prstGeom prst="rect">
            <a:avLst/>
          </a:prstGeom>
        </p:spPr>
      </p:pic>
      <p:pic>
        <p:nvPicPr>
          <p:cNvPr id="72" name="Picture 71">
            <a:extLst>
              <a:ext uri="{FF2B5EF4-FFF2-40B4-BE49-F238E27FC236}">
                <a16:creationId xmlns:a16="http://schemas.microsoft.com/office/drawing/2014/main" id="{5B5A648A-B813-B842-91A7-C95C360E6A22}"/>
              </a:ext>
            </a:extLst>
          </p:cNvPr>
          <p:cNvPicPr>
            <a:picLocks noChangeAspect="1"/>
          </p:cNvPicPr>
          <p:nvPr/>
        </p:nvPicPr>
        <p:blipFill>
          <a:blip r:embed="rId5"/>
          <a:stretch>
            <a:fillRect/>
          </a:stretch>
        </p:blipFill>
        <p:spPr>
          <a:xfrm>
            <a:off x="625956" y="2501968"/>
            <a:ext cx="3675608" cy="1843290"/>
          </a:xfrm>
          <a:prstGeom prst="rect">
            <a:avLst/>
          </a:prstGeom>
        </p:spPr>
      </p:pic>
      <p:pic>
        <p:nvPicPr>
          <p:cNvPr id="77" name="Picture 76" descr="A graph with different colored bars&#10;&#10;Description automatically generated">
            <a:extLst>
              <a:ext uri="{FF2B5EF4-FFF2-40B4-BE49-F238E27FC236}">
                <a16:creationId xmlns:a16="http://schemas.microsoft.com/office/drawing/2014/main" id="{37535B3C-F9D6-6448-8479-C925DB13A5EE}"/>
              </a:ext>
            </a:extLst>
          </p:cNvPr>
          <p:cNvPicPr>
            <a:picLocks noChangeAspect="1"/>
          </p:cNvPicPr>
          <p:nvPr/>
        </p:nvPicPr>
        <p:blipFill rotWithShape="1">
          <a:blip r:embed="rId6"/>
          <a:srcRect t="1751"/>
          <a:stretch/>
        </p:blipFill>
        <p:spPr>
          <a:xfrm>
            <a:off x="4400022" y="1946389"/>
            <a:ext cx="4539548" cy="1820808"/>
          </a:xfrm>
          <a:prstGeom prst="rect">
            <a:avLst/>
          </a:prstGeom>
          <a:ln>
            <a:solidFill>
              <a:schemeClr val="bg1">
                <a:lumMod val="75000"/>
              </a:schemeClr>
            </a:solidFill>
          </a:ln>
        </p:spPr>
      </p:pic>
      <p:sp>
        <p:nvSpPr>
          <p:cNvPr id="78" name="Google Shape;624;p58">
            <a:extLst>
              <a:ext uri="{FF2B5EF4-FFF2-40B4-BE49-F238E27FC236}">
                <a16:creationId xmlns:a16="http://schemas.microsoft.com/office/drawing/2014/main" id="{094274C4-A5C8-BE4B-9E3A-AF51CF7E9126}"/>
              </a:ext>
            </a:extLst>
          </p:cNvPr>
          <p:cNvSpPr txBox="1"/>
          <p:nvPr/>
        </p:nvSpPr>
        <p:spPr>
          <a:xfrm flipH="1">
            <a:off x="2589105" y="1022412"/>
            <a:ext cx="1322673" cy="342908"/>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sz="1100" b="1" dirty="0">
                <a:solidFill>
                  <a:srgbClr val="CE4E26"/>
                </a:solidFill>
                <a:latin typeface="Montserrat"/>
                <a:ea typeface="Montserrat"/>
                <a:cs typeface="Montserrat"/>
                <a:sym typeface="Montserrat"/>
              </a:rPr>
              <a:t>Key Variables</a:t>
            </a:r>
            <a:endParaRPr lang="en-US" dirty="0">
              <a:solidFill>
                <a:schemeClr val="dk1"/>
              </a:solidFill>
              <a:latin typeface="Montserrat"/>
              <a:ea typeface="Montserrat"/>
              <a:cs typeface="Montserrat"/>
              <a:sym typeface="Montserrat"/>
            </a:endParaRPr>
          </a:p>
        </p:txBody>
      </p:sp>
    </p:spTree>
    <p:extLst>
      <p:ext uri="{BB962C8B-B14F-4D97-AF65-F5344CB8AC3E}">
        <p14:creationId xmlns:p14="http://schemas.microsoft.com/office/powerpoint/2010/main" val="2797426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3" name="Google Shape;623;p58"/>
          <p:cNvSpPr txBox="1">
            <a:spLocks noGrp="1"/>
          </p:cNvSpPr>
          <p:nvPr>
            <p:ph type="title"/>
          </p:nvPr>
        </p:nvSpPr>
        <p:spPr>
          <a:xfrm>
            <a:off x="433062" y="48472"/>
            <a:ext cx="7704000" cy="43082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800" dirty="0"/>
              <a:t>File 3: </a:t>
            </a:r>
            <a:r>
              <a:rPr lang="en-US" sz="1800" dirty="0">
                <a:solidFill>
                  <a:srgbClr val="CE4E26"/>
                </a:solidFill>
              </a:rPr>
              <a:t>R</a:t>
            </a:r>
            <a:r>
              <a:rPr lang="en-US" sz="1800" dirty="0"/>
              <a:t>eviews </a:t>
            </a:r>
            <a:r>
              <a:rPr lang="en-US" sz="1800" dirty="0">
                <a:solidFill>
                  <a:srgbClr val="CE4E26"/>
                </a:solidFill>
              </a:rPr>
              <a:t>D</a:t>
            </a:r>
            <a:r>
              <a:rPr lang="en-US" sz="1800" dirty="0"/>
              <a:t>ataset</a:t>
            </a:r>
            <a:endParaRPr sz="1800" dirty="0"/>
          </a:p>
        </p:txBody>
      </p:sp>
      <p:sp>
        <p:nvSpPr>
          <p:cNvPr id="624" name="Google Shape;624;p58"/>
          <p:cNvSpPr txBox="1"/>
          <p:nvPr/>
        </p:nvSpPr>
        <p:spPr>
          <a:xfrm flipH="1">
            <a:off x="592707" y="2145397"/>
            <a:ext cx="3492571" cy="571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sz="1100" dirty="0">
                <a:solidFill>
                  <a:schemeClr val="dk1"/>
                </a:solidFill>
                <a:latin typeface="Montserrat"/>
                <a:ea typeface="Montserrat"/>
                <a:cs typeface="Montserrat"/>
                <a:sym typeface="Montserrat"/>
              </a:rPr>
              <a:t>Use </a:t>
            </a:r>
            <a:r>
              <a:rPr lang="en-US" sz="1100" b="1" dirty="0">
                <a:solidFill>
                  <a:srgbClr val="CE4E26"/>
                </a:solidFill>
                <a:latin typeface="Montserrat"/>
                <a:ea typeface="Montserrat"/>
                <a:cs typeface="Montserrat"/>
                <a:sym typeface="Montserrat"/>
              </a:rPr>
              <a:t>qualitative data </a:t>
            </a:r>
            <a:r>
              <a:rPr lang="en-US" sz="1100" dirty="0">
                <a:solidFill>
                  <a:schemeClr val="dk1"/>
                </a:solidFill>
                <a:latin typeface="Montserrat"/>
                <a:ea typeface="Montserrat"/>
                <a:cs typeface="Montserrat"/>
                <a:sym typeface="Montserrat"/>
              </a:rPr>
              <a:t>to apply opinion mining  </a:t>
            </a:r>
            <a:endParaRPr lang="en-US" dirty="0">
              <a:solidFill>
                <a:schemeClr val="dk1"/>
              </a:solidFill>
              <a:latin typeface="Montserrat"/>
              <a:ea typeface="Montserrat"/>
              <a:cs typeface="Montserrat"/>
              <a:sym typeface="Montserrat"/>
            </a:endParaRPr>
          </a:p>
        </p:txBody>
      </p:sp>
      <p:grpSp>
        <p:nvGrpSpPr>
          <p:cNvPr id="627" name="Google Shape;627;p58"/>
          <p:cNvGrpSpPr/>
          <p:nvPr/>
        </p:nvGrpSpPr>
        <p:grpSpPr>
          <a:xfrm>
            <a:off x="433062" y="555053"/>
            <a:ext cx="2342795" cy="1437233"/>
            <a:chOff x="233350" y="949250"/>
            <a:chExt cx="7137300" cy="3802300"/>
          </a:xfrm>
        </p:grpSpPr>
        <p:sp>
          <p:nvSpPr>
            <p:cNvPr id="628" name="Google Shape;628;p58"/>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58"/>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58"/>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58"/>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58"/>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58"/>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58"/>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58"/>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58"/>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58"/>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58"/>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58"/>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58"/>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58"/>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58"/>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58"/>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58"/>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58"/>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58"/>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58"/>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58"/>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58"/>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58"/>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58"/>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58"/>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58"/>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58"/>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58"/>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58"/>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58"/>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58"/>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58"/>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58"/>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58"/>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58"/>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58"/>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58"/>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58"/>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58"/>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58"/>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58"/>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58"/>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58"/>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8"/>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8"/>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8"/>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8"/>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8"/>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58"/>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8"/>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8"/>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82" name="Google Shape;682;p58"/>
          <p:cNvCxnSpPr>
            <a:cxnSpLocks/>
          </p:cNvCxnSpPr>
          <p:nvPr/>
        </p:nvCxnSpPr>
        <p:spPr>
          <a:xfrm flipV="1">
            <a:off x="2134570" y="601312"/>
            <a:ext cx="1432781" cy="382825"/>
          </a:xfrm>
          <a:prstGeom prst="bentConnector3">
            <a:avLst>
              <a:gd name="adj1" fmla="val 50000"/>
            </a:avLst>
          </a:prstGeom>
          <a:noFill/>
          <a:ln w="9525" cap="flat" cmpd="sng">
            <a:solidFill>
              <a:schemeClr val="dk1"/>
            </a:solidFill>
            <a:prstDash val="solid"/>
            <a:round/>
            <a:headEnd type="none" w="med" len="med"/>
            <a:tailEnd type="none" w="med" len="med"/>
          </a:ln>
        </p:spPr>
      </p:cxnSp>
      <p:pic>
        <p:nvPicPr>
          <p:cNvPr id="70" name="Google Shape;679;p58">
            <a:extLst>
              <a:ext uri="{FF2B5EF4-FFF2-40B4-BE49-F238E27FC236}">
                <a16:creationId xmlns:a16="http://schemas.microsoft.com/office/drawing/2014/main" id="{AD5A9A87-D3FB-414B-B6A3-05CEAD44B65F}"/>
              </a:ext>
            </a:extLst>
          </p:cNvPr>
          <p:cNvPicPr preferRelativeResize="0"/>
          <p:nvPr/>
        </p:nvPicPr>
        <p:blipFill>
          <a:blip r:embed="rId3">
            <a:alphaModFix/>
          </a:blip>
          <a:stretch>
            <a:fillRect/>
          </a:stretch>
        </p:blipFill>
        <p:spPr>
          <a:xfrm>
            <a:off x="3430428" y="494297"/>
            <a:ext cx="250925" cy="254250"/>
          </a:xfrm>
          <a:prstGeom prst="rect">
            <a:avLst/>
          </a:prstGeom>
          <a:noFill/>
          <a:ln>
            <a:noFill/>
          </a:ln>
          <a:effectLst>
            <a:outerShdw blurRad="57150" dist="19050" dir="5400000" algn="bl" rotWithShape="0">
              <a:schemeClr val="dk1">
                <a:alpha val="50000"/>
              </a:schemeClr>
            </a:outerShdw>
          </a:effectLst>
        </p:spPr>
      </p:pic>
      <p:pic>
        <p:nvPicPr>
          <p:cNvPr id="64" name="Picture 63" descr="A blue text with white background&#10;&#10;Description automatically generated">
            <a:extLst>
              <a:ext uri="{FF2B5EF4-FFF2-40B4-BE49-F238E27FC236}">
                <a16:creationId xmlns:a16="http://schemas.microsoft.com/office/drawing/2014/main" id="{5A73BC24-2D83-904E-A220-78B6144F4BDD}"/>
              </a:ext>
            </a:extLst>
          </p:cNvPr>
          <p:cNvPicPr>
            <a:picLocks noChangeAspect="1"/>
          </p:cNvPicPr>
          <p:nvPr/>
        </p:nvPicPr>
        <p:blipFill>
          <a:blip r:embed="rId4"/>
          <a:stretch>
            <a:fillRect/>
          </a:stretch>
        </p:blipFill>
        <p:spPr>
          <a:xfrm>
            <a:off x="3019475" y="857789"/>
            <a:ext cx="1044660" cy="398241"/>
          </a:xfrm>
          <a:prstGeom prst="rect">
            <a:avLst/>
          </a:prstGeom>
        </p:spPr>
      </p:pic>
      <p:sp>
        <p:nvSpPr>
          <p:cNvPr id="4" name="Rectangle 3">
            <a:extLst>
              <a:ext uri="{FF2B5EF4-FFF2-40B4-BE49-F238E27FC236}">
                <a16:creationId xmlns:a16="http://schemas.microsoft.com/office/drawing/2014/main" id="{95CA8D3E-41E6-9147-AB06-89551E9432D5}"/>
              </a:ext>
            </a:extLst>
          </p:cNvPr>
          <p:cNvSpPr/>
          <p:nvPr/>
        </p:nvSpPr>
        <p:spPr>
          <a:xfrm>
            <a:off x="1751223" y="401809"/>
            <a:ext cx="655949" cy="1107996"/>
          </a:xfrm>
          <a:prstGeom prst="rect">
            <a:avLst/>
          </a:prstGeom>
          <a:noFill/>
        </p:spPr>
        <p:txBody>
          <a:bodyPr wrap="none" lIns="91440" tIns="45720" rIns="91440" bIns="45720">
            <a:spAutoFit/>
          </a:bodyPr>
          <a:lstStyle/>
          <a:p>
            <a:pPr algn="ctr"/>
            <a:r>
              <a:rPr lang="en-US" sz="6600" b="0" cap="none" spc="0" dirty="0">
                <a:ln w="0">
                  <a:solidFill>
                    <a:srgbClr val="CE4E26"/>
                  </a:solidFill>
                </a:ln>
                <a:solidFill>
                  <a:srgbClr val="CE4E26"/>
                </a:solidFill>
                <a:effectLst>
                  <a:outerShdw blurRad="38100" dist="25400" dir="5400000" algn="ctr" rotWithShape="0">
                    <a:srgbClr val="6E747A">
                      <a:alpha val="43000"/>
                    </a:srgbClr>
                  </a:outerShdw>
                </a:effectLst>
              </a:rPr>
              <a:t>?</a:t>
            </a:r>
          </a:p>
        </p:txBody>
      </p:sp>
      <p:pic>
        <p:nvPicPr>
          <p:cNvPr id="68" name="Picture 67" descr="A poster of a graph and diagram&#10;&#10;Description automatically generated with medium confidence">
            <a:extLst>
              <a:ext uri="{FF2B5EF4-FFF2-40B4-BE49-F238E27FC236}">
                <a16:creationId xmlns:a16="http://schemas.microsoft.com/office/drawing/2014/main" id="{9B1C4436-9049-BA42-9791-D8315966C64C}"/>
              </a:ext>
            </a:extLst>
          </p:cNvPr>
          <p:cNvPicPr>
            <a:picLocks noChangeAspect="1"/>
          </p:cNvPicPr>
          <p:nvPr/>
        </p:nvPicPr>
        <p:blipFill rotWithShape="1">
          <a:blip r:embed="rId5"/>
          <a:srcRect l="2907" t="3542" r="969" b="2083"/>
          <a:stretch/>
        </p:blipFill>
        <p:spPr>
          <a:xfrm>
            <a:off x="4691008" y="74261"/>
            <a:ext cx="4253019" cy="4950039"/>
          </a:xfrm>
          <a:prstGeom prst="rect">
            <a:avLst/>
          </a:prstGeom>
          <a:ln>
            <a:solidFill>
              <a:schemeClr val="bg2">
                <a:lumMod val="75000"/>
              </a:schemeClr>
            </a:solidFill>
          </a:ln>
        </p:spPr>
      </p:pic>
    </p:spTree>
    <p:extLst>
      <p:ext uri="{BB962C8B-B14F-4D97-AF65-F5344CB8AC3E}">
        <p14:creationId xmlns:p14="http://schemas.microsoft.com/office/powerpoint/2010/main" val="2050445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41"/>
          <p:cNvSpPr txBox="1">
            <a:spLocks noGrp="1"/>
          </p:cNvSpPr>
          <p:nvPr>
            <p:ph type="title"/>
          </p:nvPr>
        </p:nvSpPr>
        <p:spPr>
          <a:xfrm>
            <a:off x="499071" y="2317995"/>
            <a:ext cx="5365829" cy="85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400" dirty="0"/>
              <a:t>Project Activity</a:t>
            </a:r>
            <a:endParaRPr sz="4400" dirty="0"/>
          </a:p>
        </p:txBody>
      </p:sp>
      <p:sp>
        <p:nvSpPr>
          <p:cNvPr id="327" name="Google Shape;327;p41"/>
          <p:cNvSpPr txBox="1">
            <a:spLocks noGrp="1"/>
          </p:cNvSpPr>
          <p:nvPr>
            <p:ph type="title" idx="2"/>
          </p:nvPr>
        </p:nvSpPr>
        <p:spPr>
          <a:xfrm>
            <a:off x="713225" y="1456263"/>
            <a:ext cx="16521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dirty="0"/>
          </a:p>
        </p:txBody>
      </p:sp>
      <p:sp>
        <p:nvSpPr>
          <p:cNvPr id="328" name="Google Shape;328;p41"/>
          <p:cNvSpPr txBox="1">
            <a:spLocks noGrp="1"/>
          </p:cNvSpPr>
          <p:nvPr>
            <p:ph type="subTitle" idx="1"/>
          </p:nvPr>
        </p:nvSpPr>
        <p:spPr>
          <a:xfrm>
            <a:off x="593942" y="3219308"/>
            <a:ext cx="50676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Gantt Chart</a:t>
            </a:r>
            <a:endParaRPr b="1" dirty="0"/>
          </a:p>
        </p:txBody>
      </p:sp>
      <p:grpSp>
        <p:nvGrpSpPr>
          <p:cNvPr id="329" name="Google Shape;329;p41"/>
          <p:cNvGrpSpPr/>
          <p:nvPr/>
        </p:nvGrpSpPr>
        <p:grpSpPr>
          <a:xfrm>
            <a:off x="5864900" y="-21400"/>
            <a:ext cx="3279000" cy="5164850"/>
            <a:chOff x="5864900" y="-21400"/>
            <a:chExt cx="3279000" cy="5164850"/>
          </a:xfrm>
        </p:grpSpPr>
        <p:sp>
          <p:nvSpPr>
            <p:cNvPr id="330" name="Google Shape;330;p41"/>
            <p:cNvSpPr/>
            <p:nvPr/>
          </p:nvSpPr>
          <p:spPr>
            <a:xfrm>
              <a:off x="5864900" y="-21400"/>
              <a:ext cx="3279000" cy="1754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1"/>
            <p:cNvSpPr/>
            <p:nvPr/>
          </p:nvSpPr>
          <p:spPr>
            <a:xfrm>
              <a:off x="5864900" y="1733350"/>
              <a:ext cx="3279000" cy="3410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2" name="Google Shape;332;p41"/>
          <p:cNvGrpSpPr/>
          <p:nvPr/>
        </p:nvGrpSpPr>
        <p:grpSpPr>
          <a:xfrm>
            <a:off x="5505088" y="301599"/>
            <a:ext cx="3415670" cy="4627224"/>
            <a:chOff x="5505088" y="301599"/>
            <a:chExt cx="3415670" cy="4627224"/>
          </a:xfrm>
        </p:grpSpPr>
        <p:pic>
          <p:nvPicPr>
            <p:cNvPr id="333" name="Google Shape;333;p41"/>
            <p:cNvPicPr preferRelativeResize="0"/>
            <p:nvPr/>
          </p:nvPicPr>
          <p:blipFill>
            <a:blip r:embed="rId3">
              <a:alphaModFix/>
            </a:blip>
            <a:stretch>
              <a:fillRect/>
            </a:stretch>
          </p:blipFill>
          <p:spPr>
            <a:xfrm>
              <a:off x="7946414" y="2953225"/>
              <a:ext cx="773000" cy="1650775"/>
            </a:xfrm>
            <a:prstGeom prst="rect">
              <a:avLst/>
            </a:prstGeom>
            <a:noFill/>
            <a:ln>
              <a:noFill/>
            </a:ln>
            <a:effectLst>
              <a:outerShdw blurRad="57150" dist="19050" dir="5400000" algn="bl" rotWithShape="0">
                <a:schemeClr val="dk1">
                  <a:alpha val="50000"/>
                </a:schemeClr>
              </a:outerShdw>
            </a:effectLst>
          </p:spPr>
        </p:pic>
        <p:pic>
          <p:nvPicPr>
            <p:cNvPr id="334" name="Google Shape;334;p41"/>
            <p:cNvPicPr preferRelativeResize="0"/>
            <p:nvPr/>
          </p:nvPicPr>
          <p:blipFill>
            <a:blip r:embed="rId4">
              <a:alphaModFix/>
            </a:blip>
            <a:stretch>
              <a:fillRect/>
            </a:stretch>
          </p:blipFill>
          <p:spPr>
            <a:xfrm>
              <a:off x="7651396" y="398973"/>
              <a:ext cx="1269362" cy="1754764"/>
            </a:xfrm>
            <a:prstGeom prst="rect">
              <a:avLst/>
            </a:prstGeom>
            <a:noFill/>
            <a:ln>
              <a:noFill/>
            </a:ln>
            <a:effectLst>
              <a:outerShdw blurRad="57150" dist="19050" dir="5400000" algn="bl" rotWithShape="0">
                <a:schemeClr val="dk1">
                  <a:alpha val="50000"/>
                </a:schemeClr>
              </a:outerShdw>
            </a:effectLst>
          </p:spPr>
        </p:pic>
        <p:pic>
          <p:nvPicPr>
            <p:cNvPr id="335" name="Google Shape;335;p41"/>
            <p:cNvPicPr preferRelativeResize="0"/>
            <p:nvPr/>
          </p:nvPicPr>
          <p:blipFill>
            <a:blip r:embed="rId5">
              <a:alphaModFix/>
            </a:blip>
            <a:stretch>
              <a:fillRect/>
            </a:stretch>
          </p:blipFill>
          <p:spPr>
            <a:xfrm>
              <a:off x="5505089" y="3128048"/>
              <a:ext cx="1467974" cy="1754763"/>
            </a:xfrm>
            <a:prstGeom prst="rect">
              <a:avLst/>
            </a:prstGeom>
            <a:noFill/>
            <a:ln>
              <a:noFill/>
            </a:ln>
            <a:effectLst>
              <a:outerShdw blurRad="57150" dist="19050" dir="5400000" algn="bl" rotWithShape="0">
                <a:schemeClr val="dk1">
                  <a:alpha val="50000"/>
                </a:schemeClr>
              </a:outerShdw>
            </a:effectLst>
          </p:spPr>
        </p:pic>
        <p:pic>
          <p:nvPicPr>
            <p:cNvPr id="336" name="Google Shape;336;p41"/>
            <p:cNvPicPr preferRelativeResize="0"/>
            <p:nvPr/>
          </p:nvPicPr>
          <p:blipFill>
            <a:blip r:embed="rId6">
              <a:alphaModFix/>
            </a:blip>
            <a:stretch>
              <a:fillRect/>
            </a:stretch>
          </p:blipFill>
          <p:spPr>
            <a:xfrm>
              <a:off x="5505088" y="1074624"/>
              <a:ext cx="2020051" cy="1576749"/>
            </a:xfrm>
            <a:prstGeom prst="rect">
              <a:avLst/>
            </a:prstGeom>
            <a:noFill/>
            <a:ln>
              <a:noFill/>
            </a:ln>
            <a:effectLst>
              <a:outerShdw blurRad="57150" dist="19050" dir="5400000" algn="bl" rotWithShape="0">
                <a:schemeClr val="dk1">
                  <a:alpha val="50000"/>
                </a:schemeClr>
              </a:outerShdw>
            </a:effectLst>
          </p:spPr>
        </p:pic>
        <p:pic>
          <p:nvPicPr>
            <p:cNvPr id="337" name="Google Shape;337;p41"/>
            <p:cNvPicPr preferRelativeResize="0"/>
            <p:nvPr/>
          </p:nvPicPr>
          <p:blipFill>
            <a:blip r:embed="rId7">
              <a:alphaModFix/>
            </a:blip>
            <a:stretch>
              <a:fillRect/>
            </a:stretch>
          </p:blipFill>
          <p:spPr>
            <a:xfrm>
              <a:off x="6382225" y="301599"/>
              <a:ext cx="469561" cy="475800"/>
            </a:xfrm>
            <a:prstGeom prst="rect">
              <a:avLst/>
            </a:prstGeom>
            <a:noFill/>
            <a:ln>
              <a:noFill/>
            </a:ln>
            <a:effectLst>
              <a:outerShdw blurRad="57150" dist="19050" dir="5400000" algn="bl" rotWithShape="0">
                <a:schemeClr val="dk1">
                  <a:alpha val="50000"/>
                </a:schemeClr>
              </a:outerShdw>
            </a:effectLst>
          </p:spPr>
        </p:pic>
        <p:pic>
          <p:nvPicPr>
            <p:cNvPr id="338" name="Google Shape;338;p41"/>
            <p:cNvPicPr preferRelativeResize="0"/>
            <p:nvPr/>
          </p:nvPicPr>
          <p:blipFill>
            <a:blip r:embed="rId8">
              <a:alphaModFix/>
            </a:blip>
            <a:stretch>
              <a:fillRect/>
            </a:stretch>
          </p:blipFill>
          <p:spPr>
            <a:xfrm rot="4212119">
              <a:off x="6950302" y="4326788"/>
              <a:ext cx="490873" cy="554426"/>
            </a:xfrm>
            <a:prstGeom prst="rect">
              <a:avLst/>
            </a:prstGeom>
            <a:noFill/>
            <a:ln>
              <a:noFill/>
            </a:ln>
            <a:effectLst>
              <a:outerShdw blurRad="57150" dist="19050" dir="5400000" algn="bl" rotWithShape="0">
                <a:schemeClr val="dk1">
                  <a:alpha val="50000"/>
                </a:schemeClr>
              </a:outerShdw>
            </a:effectLst>
          </p:spPr>
        </p:pic>
        <p:pic>
          <p:nvPicPr>
            <p:cNvPr id="339" name="Google Shape;339;p41"/>
            <p:cNvPicPr preferRelativeResize="0"/>
            <p:nvPr/>
          </p:nvPicPr>
          <p:blipFill>
            <a:blip r:embed="rId7">
              <a:alphaModFix/>
            </a:blip>
            <a:stretch>
              <a:fillRect/>
            </a:stretch>
          </p:blipFill>
          <p:spPr>
            <a:xfrm>
              <a:off x="7347225" y="3477649"/>
              <a:ext cx="469561" cy="475800"/>
            </a:xfrm>
            <a:prstGeom prst="rect">
              <a:avLst/>
            </a:prstGeom>
            <a:noFill/>
            <a:ln>
              <a:noFill/>
            </a:ln>
            <a:effectLst>
              <a:outerShdw blurRad="57150" dist="19050" dir="5400000" algn="bl" rotWithShape="0">
                <a:schemeClr val="dk1">
                  <a:alpha val="50000"/>
                </a:schemeClr>
              </a:outerShdw>
            </a:effectLst>
          </p:spPr>
        </p:pic>
      </p:grpSp>
    </p:spTree>
    <p:extLst>
      <p:ext uri="{BB962C8B-B14F-4D97-AF65-F5344CB8AC3E}">
        <p14:creationId xmlns:p14="http://schemas.microsoft.com/office/powerpoint/2010/main" val="3803429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aph with blue and white lines&#10;&#10;Description automatically generated">
            <a:extLst>
              <a:ext uri="{FF2B5EF4-FFF2-40B4-BE49-F238E27FC236}">
                <a16:creationId xmlns:a16="http://schemas.microsoft.com/office/drawing/2014/main" id="{039542E9-5214-8F6C-964C-F2E384ECD6DC}"/>
              </a:ext>
            </a:extLst>
          </p:cNvPr>
          <p:cNvPicPr>
            <a:picLocks noChangeAspect="1"/>
          </p:cNvPicPr>
          <p:nvPr/>
        </p:nvPicPr>
        <p:blipFill>
          <a:blip r:embed="rId2"/>
          <a:stretch>
            <a:fillRect/>
          </a:stretch>
        </p:blipFill>
        <p:spPr>
          <a:xfrm>
            <a:off x="90488" y="711923"/>
            <a:ext cx="8963025" cy="3719654"/>
          </a:xfrm>
          <a:prstGeom prst="rect">
            <a:avLst/>
          </a:prstGeom>
          <a:noFill/>
          <a:ln w="9525" cap="flat" cmpd="sng">
            <a:solidFill>
              <a:schemeClr val="dk1"/>
            </a:solidFill>
            <a:prstDash val="solid"/>
            <a:round/>
            <a:headEnd type="none" w="sm" len="sm"/>
            <a:tailEnd type="none" w="sm" len="sm"/>
          </a:ln>
        </p:spPr>
      </p:pic>
    </p:spTree>
    <p:extLst>
      <p:ext uri="{BB962C8B-B14F-4D97-AF65-F5344CB8AC3E}">
        <p14:creationId xmlns:p14="http://schemas.microsoft.com/office/powerpoint/2010/main" val="1824947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5">
          <a:extLst>
            <a:ext uri="{FF2B5EF4-FFF2-40B4-BE49-F238E27FC236}">
              <a16:creationId xmlns:a16="http://schemas.microsoft.com/office/drawing/2014/main" id="{D0DE1244-478D-1ACC-0B39-42F0079FF15E}"/>
            </a:ext>
          </a:extLst>
        </p:cNvPr>
        <p:cNvGrpSpPr/>
        <p:nvPr/>
      </p:nvGrpSpPr>
      <p:grpSpPr>
        <a:xfrm>
          <a:off x="0" y="0"/>
          <a:ext cx="0" cy="0"/>
          <a:chOff x="0" y="0"/>
          <a:chExt cx="0" cy="0"/>
        </a:xfrm>
      </p:grpSpPr>
      <p:sp>
        <p:nvSpPr>
          <p:cNvPr id="326" name="Google Shape;326;p41">
            <a:extLst>
              <a:ext uri="{FF2B5EF4-FFF2-40B4-BE49-F238E27FC236}">
                <a16:creationId xmlns:a16="http://schemas.microsoft.com/office/drawing/2014/main" id="{CAA2371C-A029-5B9F-B330-8F884CD6D2B2}"/>
              </a:ext>
            </a:extLst>
          </p:cNvPr>
          <p:cNvSpPr txBox="1">
            <a:spLocks noGrp="1"/>
          </p:cNvSpPr>
          <p:nvPr>
            <p:ph type="title"/>
          </p:nvPr>
        </p:nvSpPr>
        <p:spPr>
          <a:xfrm>
            <a:off x="713225" y="2246533"/>
            <a:ext cx="5365829" cy="85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400" dirty="0"/>
              <a:t>Model</a:t>
            </a:r>
            <a:endParaRPr sz="4400" dirty="0"/>
          </a:p>
        </p:txBody>
      </p:sp>
      <p:sp>
        <p:nvSpPr>
          <p:cNvPr id="327" name="Google Shape;327;p41">
            <a:extLst>
              <a:ext uri="{FF2B5EF4-FFF2-40B4-BE49-F238E27FC236}">
                <a16:creationId xmlns:a16="http://schemas.microsoft.com/office/drawing/2014/main" id="{C27FB52D-3707-4A1D-67FD-D67B1BB521B0}"/>
              </a:ext>
            </a:extLst>
          </p:cNvPr>
          <p:cNvSpPr txBox="1">
            <a:spLocks noGrp="1"/>
          </p:cNvSpPr>
          <p:nvPr>
            <p:ph type="title" idx="2"/>
          </p:nvPr>
        </p:nvSpPr>
        <p:spPr>
          <a:xfrm>
            <a:off x="713225" y="1456263"/>
            <a:ext cx="16521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06</a:t>
            </a:r>
            <a:endParaRPr dirty="0"/>
          </a:p>
        </p:txBody>
      </p:sp>
      <p:sp>
        <p:nvSpPr>
          <p:cNvPr id="328" name="Google Shape;328;p41">
            <a:extLst>
              <a:ext uri="{FF2B5EF4-FFF2-40B4-BE49-F238E27FC236}">
                <a16:creationId xmlns:a16="http://schemas.microsoft.com/office/drawing/2014/main" id="{7E84661B-FE10-484A-CDBD-30DBB2877A98}"/>
              </a:ext>
            </a:extLst>
          </p:cNvPr>
          <p:cNvSpPr txBox="1">
            <a:spLocks noGrp="1"/>
          </p:cNvSpPr>
          <p:nvPr>
            <p:ph type="subTitle" idx="1"/>
          </p:nvPr>
        </p:nvSpPr>
        <p:spPr>
          <a:xfrm>
            <a:off x="755263" y="3203508"/>
            <a:ext cx="50676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Results &amp; Interpretation</a:t>
            </a:r>
            <a:endParaRPr b="1" dirty="0"/>
          </a:p>
        </p:txBody>
      </p:sp>
      <p:grpSp>
        <p:nvGrpSpPr>
          <p:cNvPr id="329" name="Google Shape;329;p41">
            <a:extLst>
              <a:ext uri="{FF2B5EF4-FFF2-40B4-BE49-F238E27FC236}">
                <a16:creationId xmlns:a16="http://schemas.microsoft.com/office/drawing/2014/main" id="{AF29B876-8776-A5A2-D340-8673ACC87007}"/>
              </a:ext>
            </a:extLst>
          </p:cNvPr>
          <p:cNvGrpSpPr/>
          <p:nvPr/>
        </p:nvGrpSpPr>
        <p:grpSpPr>
          <a:xfrm>
            <a:off x="5864900" y="-21400"/>
            <a:ext cx="3279000" cy="5164850"/>
            <a:chOff x="5864900" y="-21400"/>
            <a:chExt cx="3279000" cy="5164850"/>
          </a:xfrm>
        </p:grpSpPr>
        <p:sp>
          <p:nvSpPr>
            <p:cNvPr id="330" name="Google Shape;330;p41">
              <a:extLst>
                <a:ext uri="{FF2B5EF4-FFF2-40B4-BE49-F238E27FC236}">
                  <a16:creationId xmlns:a16="http://schemas.microsoft.com/office/drawing/2014/main" id="{7C17431C-11BB-CC54-B856-22607DF3C843}"/>
                </a:ext>
              </a:extLst>
            </p:cNvPr>
            <p:cNvSpPr/>
            <p:nvPr/>
          </p:nvSpPr>
          <p:spPr>
            <a:xfrm>
              <a:off x="5864900" y="-21400"/>
              <a:ext cx="3279000" cy="1754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1">
              <a:extLst>
                <a:ext uri="{FF2B5EF4-FFF2-40B4-BE49-F238E27FC236}">
                  <a16:creationId xmlns:a16="http://schemas.microsoft.com/office/drawing/2014/main" id="{D7E3A524-5BD9-FD06-AB5F-771A5E994504}"/>
                </a:ext>
              </a:extLst>
            </p:cNvPr>
            <p:cNvSpPr/>
            <p:nvPr/>
          </p:nvSpPr>
          <p:spPr>
            <a:xfrm>
              <a:off x="5864900" y="1733350"/>
              <a:ext cx="3279000" cy="3410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2" name="Google Shape;332;p41">
            <a:extLst>
              <a:ext uri="{FF2B5EF4-FFF2-40B4-BE49-F238E27FC236}">
                <a16:creationId xmlns:a16="http://schemas.microsoft.com/office/drawing/2014/main" id="{CD51E7EF-E310-23FD-9FF5-0474623717C2}"/>
              </a:ext>
            </a:extLst>
          </p:cNvPr>
          <p:cNvGrpSpPr/>
          <p:nvPr/>
        </p:nvGrpSpPr>
        <p:grpSpPr>
          <a:xfrm>
            <a:off x="5505088" y="301599"/>
            <a:ext cx="3415670" cy="4627224"/>
            <a:chOff x="5505088" y="301599"/>
            <a:chExt cx="3415670" cy="4627224"/>
          </a:xfrm>
        </p:grpSpPr>
        <p:pic>
          <p:nvPicPr>
            <p:cNvPr id="333" name="Google Shape;333;p41">
              <a:extLst>
                <a:ext uri="{FF2B5EF4-FFF2-40B4-BE49-F238E27FC236}">
                  <a16:creationId xmlns:a16="http://schemas.microsoft.com/office/drawing/2014/main" id="{C2800DCC-D60E-6A26-CEDE-0AF8B131450F}"/>
                </a:ext>
              </a:extLst>
            </p:cNvPr>
            <p:cNvPicPr preferRelativeResize="0"/>
            <p:nvPr/>
          </p:nvPicPr>
          <p:blipFill>
            <a:blip r:embed="rId3">
              <a:alphaModFix/>
            </a:blip>
            <a:stretch>
              <a:fillRect/>
            </a:stretch>
          </p:blipFill>
          <p:spPr>
            <a:xfrm>
              <a:off x="7946414" y="2953225"/>
              <a:ext cx="773000" cy="1650775"/>
            </a:xfrm>
            <a:prstGeom prst="rect">
              <a:avLst/>
            </a:prstGeom>
            <a:noFill/>
            <a:ln>
              <a:noFill/>
            </a:ln>
            <a:effectLst>
              <a:outerShdw blurRad="57150" dist="19050" dir="5400000" algn="bl" rotWithShape="0">
                <a:schemeClr val="dk1">
                  <a:alpha val="50000"/>
                </a:schemeClr>
              </a:outerShdw>
            </a:effectLst>
          </p:spPr>
        </p:pic>
        <p:pic>
          <p:nvPicPr>
            <p:cNvPr id="334" name="Google Shape;334;p41">
              <a:extLst>
                <a:ext uri="{FF2B5EF4-FFF2-40B4-BE49-F238E27FC236}">
                  <a16:creationId xmlns:a16="http://schemas.microsoft.com/office/drawing/2014/main" id="{4230A1E0-F19F-2075-994E-1D0B93E51D79}"/>
                </a:ext>
              </a:extLst>
            </p:cNvPr>
            <p:cNvPicPr preferRelativeResize="0"/>
            <p:nvPr/>
          </p:nvPicPr>
          <p:blipFill>
            <a:blip r:embed="rId4">
              <a:alphaModFix/>
            </a:blip>
            <a:stretch>
              <a:fillRect/>
            </a:stretch>
          </p:blipFill>
          <p:spPr>
            <a:xfrm>
              <a:off x="7651396" y="398973"/>
              <a:ext cx="1269362" cy="1754764"/>
            </a:xfrm>
            <a:prstGeom prst="rect">
              <a:avLst/>
            </a:prstGeom>
            <a:noFill/>
            <a:ln>
              <a:noFill/>
            </a:ln>
            <a:effectLst>
              <a:outerShdw blurRad="57150" dist="19050" dir="5400000" algn="bl" rotWithShape="0">
                <a:schemeClr val="dk1">
                  <a:alpha val="50000"/>
                </a:schemeClr>
              </a:outerShdw>
            </a:effectLst>
          </p:spPr>
        </p:pic>
        <p:pic>
          <p:nvPicPr>
            <p:cNvPr id="335" name="Google Shape;335;p41">
              <a:extLst>
                <a:ext uri="{FF2B5EF4-FFF2-40B4-BE49-F238E27FC236}">
                  <a16:creationId xmlns:a16="http://schemas.microsoft.com/office/drawing/2014/main" id="{D47DBC83-5E6F-C331-73CD-9CDF2E722281}"/>
                </a:ext>
              </a:extLst>
            </p:cNvPr>
            <p:cNvPicPr preferRelativeResize="0"/>
            <p:nvPr/>
          </p:nvPicPr>
          <p:blipFill>
            <a:blip r:embed="rId5">
              <a:alphaModFix/>
            </a:blip>
            <a:stretch>
              <a:fillRect/>
            </a:stretch>
          </p:blipFill>
          <p:spPr>
            <a:xfrm>
              <a:off x="5505089" y="3128048"/>
              <a:ext cx="1467974" cy="1754763"/>
            </a:xfrm>
            <a:prstGeom prst="rect">
              <a:avLst/>
            </a:prstGeom>
            <a:noFill/>
            <a:ln>
              <a:noFill/>
            </a:ln>
            <a:effectLst>
              <a:outerShdw blurRad="57150" dist="19050" dir="5400000" algn="bl" rotWithShape="0">
                <a:schemeClr val="dk1">
                  <a:alpha val="50000"/>
                </a:schemeClr>
              </a:outerShdw>
            </a:effectLst>
          </p:spPr>
        </p:pic>
        <p:pic>
          <p:nvPicPr>
            <p:cNvPr id="336" name="Google Shape;336;p41">
              <a:extLst>
                <a:ext uri="{FF2B5EF4-FFF2-40B4-BE49-F238E27FC236}">
                  <a16:creationId xmlns:a16="http://schemas.microsoft.com/office/drawing/2014/main" id="{64B7B64A-F49B-BC79-3420-56AF127791BE}"/>
                </a:ext>
              </a:extLst>
            </p:cNvPr>
            <p:cNvPicPr preferRelativeResize="0"/>
            <p:nvPr/>
          </p:nvPicPr>
          <p:blipFill>
            <a:blip r:embed="rId6">
              <a:alphaModFix/>
            </a:blip>
            <a:stretch>
              <a:fillRect/>
            </a:stretch>
          </p:blipFill>
          <p:spPr>
            <a:xfrm>
              <a:off x="5505088" y="1074624"/>
              <a:ext cx="2020051" cy="1576749"/>
            </a:xfrm>
            <a:prstGeom prst="rect">
              <a:avLst/>
            </a:prstGeom>
            <a:noFill/>
            <a:ln>
              <a:noFill/>
            </a:ln>
            <a:effectLst>
              <a:outerShdw blurRad="57150" dist="19050" dir="5400000" algn="bl" rotWithShape="0">
                <a:schemeClr val="dk1">
                  <a:alpha val="50000"/>
                </a:schemeClr>
              </a:outerShdw>
            </a:effectLst>
          </p:spPr>
        </p:pic>
        <p:pic>
          <p:nvPicPr>
            <p:cNvPr id="337" name="Google Shape;337;p41">
              <a:extLst>
                <a:ext uri="{FF2B5EF4-FFF2-40B4-BE49-F238E27FC236}">
                  <a16:creationId xmlns:a16="http://schemas.microsoft.com/office/drawing/2014/main" id="{DF4E8CC4-5A22-73E0-700B-6A04B1CF7908}"/>
                </a:ext>
              </a:extLst>
            </p:cNvPr>
            <p:cNvPicPr preferRelativeResize="0"/>
            <p:nvPr/>
          </p:nvPicPr>
          <p:blipFill>
            <a:blip r:embed="rId7">
              <a:alphaModFix/>
            </a:blip>
            <a:stretch>
              <a:fillRect/>
            </a:stretch>
          </p:blipFill>
          <p:spPr>
            <a:xfrm>
              <a:off x="6382225" y="301599"/>
              <a:ext cx="469561" cy="475800"/>
            </a:xfrm>
            <a:prstGeom prst="rect">
              <a:avLst/>
            </a:prstGeom>
            <a:noFill/>
            <a:ln>
              <a:noFill/>
            </a:ln>
            <a:effectLst>
              <a:outerShdw blurRad="57150" dist="19050" dir="5400000" algn="bl" rotWithShape="0">
                <a:schemeClr val="dk1">
                  <a:alpha val="50000"/>
                </a:schemeClr>
              </a:outerShdw>
            </a:effectLst>
          </p:spPr>
        </p:pic>
        <p:pic>
          <p:nvPicPr>
            <p:cNvPr id="338" name="Google Shape;338;p41">
              <a:extLst>
                <a:ext uri="{FF2B5EF4-FFF2-40B4-BE49-F238E27FC236}">
                  <a16:creationId xmlns:a16="http://schemas.microsoft.com/office/drawing/2014/main" id="{75E36ADA-C6B1-86DA-DEA9-940E9C9276D0}"/>
                </a:ext>
              </a:extLst>
            </p:cNvPr>
            <p:cNvPicPr preferRelativeResize="0"/>
            <p:nvPr/>
          </p:nvPicPr>
          <p:blipFill>
            <a:blip r:embed="rId8">
              <a:alphaModFix/>
            </a:blip>
            <a:stretch>
              <a:fillRect/>
            </a:stretch>
          </p:blipFill>
          <p:spPr>
            <a:xfrm rot="4212119">
              <a:off x="6950302" y="4326788"/>
              <a:ext cx="490873" cy="554426"/>
            </a:xfrm>
            <a:prstGeom prst="rect">
              <a:avLst/>
            </a:prstGeom>
            <a:noFill/>
            <a:ln>
              <a:noFill/>
            </a:ln>
            <a:effectLst>
              <a:outerShdw blurRad="57150" dist="19050" dir="5400000" algn="bl" rotWithShape="0">
                <a:schemeClr val="dk1">
                  <a:alpha val="50000"/>
                </a:schemeClr>
              </a:outerShdw>
            </a:effectLst>
          </p:spPr>
        </p:pic>
        <p:pic>
          <p:nvPicPr>
            <p:cNvPr id="339" name="Google Shape;339;p41">
              <a:extLst>
                <a:ext uri="{FF2B5EF4-FFF2-40B4-BE49-F238E27FC236}">
                  <a16:creationId xmlns:a16="http://schemas.microsoft.com/office/drawing/2014/main" id="{4CB2D58A-EBDA-C3EB-1494-126AE5241D70}"/>
                </a:ext>
              </a:extLst>
            </p:cNvPr>
            <p:cNvPicPr preferRelativeResize="0"/>
            <p:nvPr/>
          </p:nvPicPr>
          <p:blipFill>
            <a:blip r:embed="rId7">
              <a:alphaModFix/>
            </a:blip>
            <a:stretch>
              <a:fillRect/>
            </a:stretch>
          </p:blipFill>
          <p:spPr>
            <a:xfrm>
              <a:off x="7347225" y="3477649"/>
              <a:ext cx="469561" cy="475800"/>
            </a:xfrm>
            <a:prstGeom prst="rect">
              <a:avLst/>
            </a:prstGeom>
            <a:noFill/>
            <a:ln>
              <a:noFill/>
            </a:ln>
            <a:effectLst>
              <a:outerShdw blurRad="57150" dist="19050" dir="5400000" algn="bl" rotWithShape="0">
                <a:schemeClr val="dk1">
                  <a:alpha val="50000"/>
                </a:schemeClr>
              </a:outerShdw>
            </a:effectLst>
          </p:spPr>
        </p:pic>
      </p:grpSp>
    </p:spTree>
    <p:extLst>
      <p:ext uri="{BB962C8B-B14F-4D97-AF65-F5344CB8AC3E}">
        <p14:creationId xmlns:p14="http://schemas.microsoft.com/office/powerpoint/2010/main" val="460506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751057F-7AC9-DF5D-4BE8-2E0207CAB6E0}"/>
              </a:ext>
            </a:extLst>
          </p:cNvPr>
          <p:cNvSpPr>
            <a:spLocks noGrp="1"/>
          </p:cNvSpPr>
          <p:nvPr>
            <p:ph type="title"/>
          </p:nvPr>
        </p:nvSpPr>
        <p:spPr>
          <a:xfrm>
            <a:off x="720000" y="294899"/>
            <a:ext cx="7704000" cy="572700"/>
          </a:xfrm>
        </p:spPr>
        <p:txBody>
          <a:bodyPr/>
          <a:lstStyle/>
          <a:p>
            <a:r>
              <a:rPr lang="en-SA" dirty="0"/>
              <a:t>Seasonal Decomposition</a:t>
            </a:r>
          </a:p>
        </p:txBody>
      </p:sp>
      <p:pic>
        <p:nvPicPr>
          <p:cNvPr id="7" name="Picture 6" descr="A graph of a graph of a number of blue lines&#10;&#10;Description automatically generated with medium confidence">
            <a:extLst>
              <a:ext uri="{FF2B5EF4-FFF2-40B4-BE49-F238E27FC236}">
                <a16:creationId xmlns:a16="http://schemas.microsoft.com/office/drawing/2014/main" id="{0BE887ED-E2EE-EAA3-69E8-4E8FDD631995}"/>
              </a:ext>
            </a:extLst>
          </p:cNvPr>
          <p:cNvPicPr>
            <a:picLocks noChangeAspect="1"/>
          </p:cNvPicPr>
          <p:nvPr/>
        </p:nvPicPr>
        <p:blipFill>
          <a:blip r:embed="rId2"/>
          <a:stretch>
            <a:fillRect/>
          </a:stretch>
        </p:blipFill>
        <p:spPr>
          <a:xfrm>
            <a:off x="1883391" y="1058108"/>
            <a:ext cx="5266964" cy="3938571"/>
          </a:xfrm>
          <a:prstGeom prst="rect">
            <a:avLst/>
          </a:prstGeom>
        </p:spPr>
      </p:pic>
    </p:spTree>
    <p:extLst>
      <p:ext uri="{BB962C8B-B14F-4D97-AF65-F5344CB8AC3E}">
        <p14:creationId xmlns:p14="http://schemas.microsoft.com/office/powerpoint/2010/main" val="190083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70776FB-9FD7-602D-C81B-F18848788FFE}"/>
              </a:ext>
            </a:extLst>
          </p:cNvPr>
          <p:cNvPicPr>
            <a:picLocks noChangeAspect="1"/>
          </p:cNvPicPr>
          <p:nvPr/>
        </p:nvPicPr>
        <p:blipFill>
          <a:blip r:embed="rId2"/>
          <a:srcRect/>
          <a:stretch/>
        </p:blipFill>
        <p:spPr>
          <a:xfrm>
            <a:off x="636231" y="50800"/>
            <a:ext cx="7871537" cy="5041900"/>
          </a:xfrm>
          <a:prstGeom prst="rect">
            <a:avLst/>
          </a:prstGeom>
          <a:noFill/>
          <a:ln w="9525" cap="flat" cmpd="sng">
            <a:solidFill>
              <a:schemeClr val="dk1"/>
            </a:solidFill>
            <a:prstDash val="solid"/>
            <a:round/>
            <a:headEnd type="none" w="sm" len="sm"/>
            <a:tailEnd type="none" w="sm" len="sm"/>
          </a:ln>
        </p:spPr>
      </p:pic>
    </p:spTree>
    <p:extLst>
      <p:ext uri="{BB962C8B-B14F-4D97-AF65-F5344CB8AC3E}">
        <p14:creationId xmlns:p14="http://schemas.microsoft.com/office/powerpoint/2010/main" val="2588242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CAE0A-4444-862A-A6A4-E24F76674772}"/>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5F6CA4D2-41AB-B76D-900B-AC250BA92534}"/>
              </a:ext>
            </a:extLst>
          </p:cNvPr>
          <p:cNvSpPr>
            <a:spLocks noGrp="1"/>
          </p:cNvSpPr>
          <p:nvPr>
            <p:ph type="subTitle" idx="1"/>
          </p:nvPr>
        </p:nvSpPr>
        <p:spPr/>
        <p:txBody>
          <a:bodyPr/>
          <a:lstStyle/>
          <a:p>
            <a:endParaRPr lang="en-US"/>
          </a:p>
        </p:txBody>
      </p:sp>
      <p:sp>
        <p:nvSpPr>
          <p:cNvPr id="4" name="Subtitle 3">
            <a:extLst>
              <a:ext uri="{FF2B5EF4-FFF2-40B4-BE49-F238E27FC236}">
                <a16:creationId xmlns:a16="http://schemas.microsoft.com/office/drawing/2014/main" id="{5BBBE1B9-F676-CC4D-7A5B-E7B183501266}"/>
              </a:ext>
            </a:extLst>
          </p:cNvPr>
          <p:cNvSpPr>
            <a:spLocks noGrp="1"/>
          </p:cNvSpPr>
          <p:nvPr>
            <p:ph type="subTitle" idx="2"/>
          </p:nvPr>
        </p:nvSpPr>
        <p:spPr/>
        <p:txBody>
          <a:bodyPr/>
          <a:lstStyle/>
          <a:p>
            <a:endParaRPr lang="en-US"/>
          </a:p>
        </p:txBody>
      </p:sp>
      <p:sp>
        <p:nvSpPr>
          <p:cNvPr id="5" name="Subtitle 4">
            <a:extLst>
              <a:ext uri="{FF2B5EF4-FFF2-40B4-BE49-F238E27FC236}">
                <a16:creationId xmlns:a16="http://schemas.microsoft.com/office/drawing/2014/main" id="{90E68D39-BB6B-F842-7ACA-3BB3A9D70621}"/>
              </a:ext>
            </a:extLst>
          </p:cNvPr>
          <p:cNvSpPr>
            <a:spLocks noGrp="1"/>
          </p:cNvSpPr>
          <p:nvPr>
            <p:ph type="subTitle" idx="3"/>
          </p:nvPr>
        </p:nvSpPr>
        <p:spPr/>
        <p:txBody>
          <a:bodyPr/>
          <a:lstStyle/>
          <a:p>
            <a:endParaRPr lang="en-US"/>
          </a:p>
        </p:txBody>
      </p:sp>
      <p:sp>
        <p:nvSpPr>
          <p:cNvPr id="6" name="Subtitle 5">
            <a:extLst>
              <a:ext uri="{FF2B5EF4-FFF2-40B4-BE49-F238E27FC236}">
                <a16:creationId xmlns:a16="http://schemas.microsoft.com/office/drawing/2014/main" id="{F8BA485A-F69B-19B2-2490-4D2D0D11E826}"/>
              </a:ext>
            </a:extLst>
          </p:cNvPr>
          <p:cNvSpPr>
            <a:spLocks noGrp="1"/>
          </p:cNvSpPr>
          <p:nvPr>
            <p:ph type="subTitle" idx="4"/>
          </p:nvPr>
        </p:nvSpPr>
        <p:spPr/>
        <p:txBody>
          <a:bodyPr/>
          <a:lstStyle/>
          <a:p>
            <a:endParaRPr lang="en-US"/>
          </a:p>
        </p:txBody>
      </p:sp>
      <p:sp>
        <p:nvSpPr>
          <p:cNvPr id="7" name="Subtitle 6">
            <a:extLst>
              <a:ext uri="{FF2B5EF4-FFF2-40B4-BE49-F238E27FC236}">
                <a16:creationId xmlns:a16="http://schemas.microsoft.com/office/drawing/2014/main" id="{BABB2FE4-3051-FE29-A8CA-06BF2742F425}"/>
              </a:ext>
            </a:extLst>
          </p:cNvPr>
          <p:cNvSpPr>
            <a:spLocks noGrp="1"/>
          </p:cNvSpPr>
          <p:nvPr>
            <p:ph type="subTitle" idx="5"/>
          </p:nvPr>
        </p:nvSpPr>
        <p:spPr/>
        <p:txBody>
          <a:bodyPr/>
          <a:lstStyle/>
          <a:p>
            <a:endParaRPr lang="en-US"/>
          </a:p>
        </p:txBody>
      </p:sp>
      <p:sp>
        <p:nvSpPr>
          <p:cNvPr id="8" name="Subtitle 7">
            <a:extLst>
              <a:ext uri="{FF2B5EF4-FFF2-40B4-BE49-F238E27FC236}">
                <a16:creationId xmlns:a16="http://schemas.microsoft.com/office/drawing/2014/main" id="{5A47B022-62D7-BB6D-48FE-21FA88FE2DFF}"/>
              </a:ext>
            </a:extLst>
          </p:cNvPr>
          <p:cNvSpPr>
            <a:spLocks noGrp="1"/>
          </p:cNvSpPr>
          <p:nvPr>
            <p:ph type="subTitle" idx="6"/>
          </p:nvPr>
        </p:nvSpPr>
        <p:spPr/>
        <p:txBody>
          <a:bodyPr/>
          <a:lstStyle/>
          <a:p>
            <a:endParaRPr lang="en-US"/>
          </a:p>
        </p:txBody>
      </p:sp>
      <p:pic>
        <p:nvPicPr>
          <p:cNvPr id="10" name="Picture 9">
            <a:extLst>
              <a:ext uri="{FF2B5EF4-FFF2-40B4-BE49-F238E27FC236}">
                <a16:creationId xmlns:a16="http://schemas.microsoft.com/office/drawing/2014/main" id="{80B787C9-5F39-2ADE-5837-0779CADB7770}"/>
              </a:ext>
            </a:extLst>
          </p:cNvPr>
          <p:cNvPicPr>
            <a:picLocks noChangeAspect="1"/>
          </p:cNvPicPr>
          <p:nvPr/>
        </p:nvPicPr>
        <p:blipFill>
          <a:blip r:embed="rId2"/>
          <a:srcRect/>
          <a:stretch/>
        </p:blipFill>
        <p:spPr>
          <a:xfrm>
            <a:off x="0" y="303053"/>
            <a:ext cx="9144000" cy="4537392"/>
          </a:xfrm>
          <a:prstGeom prst="rect">
            <a:avLst/>
          </a:prstGeom>
        </p:spPr>
      </p:pic>
    </p:spTree>
    <p:extLst>
      <p:ext uri="{BB962C8B-B14F-4D97-AF65-F5344CB8AC3E}">
        <p14:creationId xmlns:p14="http://schemas.microsoft.com/office/powerpoint/2010/main" val="45640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9423B-A583-EDCB-E13B-2AAB6943D1DD}"/>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895C6AAE-AC84-3B0A-3462-F6D38298B94D}"/>
              </a:ext>
            </a:extLst>
          </p:cNvPr>
          <p:cNvSpPr>
            <a:spLocks noGrp="1"/>
          </p:cNvSpPr>
          <p:nvPr>
            <p:ph type="subTitle" idx="1"/>
          </p:nvPr>
        </p:nvSpPr>
        <p:spPr/>
        <p:txBody>
          <a:bodyPr/>
          <a:lstStyle/>
          <a:p>
            <a:endParaRPr lang="en-US"/>
          </a:p>
        </p:txBody>
      </p:sp>
      <p:sp>
        <p:nvSpPr>
          <p:cNvPr id="4" name="Subtitle 3">
            <a:extLst>
              <a:ext uri="{FF2B5EF4-FFF2-40B4-BE49-F238E27FC236}">
                <a16:creationId xmlns:a16="http://schemas.microsoft.com/office/drawing/2014/main" id="{0CE2DBAD-F12C-C7F3-E94A-F7947BA9D2B0}"/>
              </a:ext>
            </a:extLst>
          </p:cNvPr>
          <p:cNvSpPr>
            <a:spLocks noGrp="1"/>
          </p:cNvSpPr>
          <p:nvPr>
            <p:ph type="subTitle" idx="2"/>
          </p:nvPr>
        </p:nvSpPr>
        <p:spPr/>
        <p:txBody>
          <a:bodyPr/>
          <a:lstStyle/>
          <a:p>
            <a:endParaRPr lang="en-US"/>
          </a:p>
        </p:txBody>
      </p:sp>
      <p:sp>
        <p:nvSpPr>
          <p:cNvPr id="5" name="Subtitle 4">
            <a:extLst>
              <a:ext uri="{FF2B5EF4-FFF2-40B4-BE49-F238E27FC236}">
                <a16:creationId xmlns:a16="http://schemas.microsoft.com/office/drawing/2014/main" id="{1F870268-69B3-DF15-2391-CCA540C49025}"/>
              </a:ext>
            </a:extLst>
          </p:cNvPr>
          <p:cNvSpPr>
            <a:spLocks noGrp="1"/>
          </p:cNvSpPr>
          <p:nvPr>
            <p:ph type="subTitle" idx="3"/>
          </p:nvPr>
        </p:nvSpPr>
        <p:spPr/>
        <p:txBody>
          <a:bodyPr/>
          <a:lstStyle/>
          <a:p>
            <a:endParaRPr lang="en-US"/>
          </a:p>
        </p:txBody>
      </p:sp>
      <p:sp>
        <p:nvSpPr>
          <p:cNvPr id="6" name="Subtitle 5">
            <a:extLst>
              <a:ext uri="{FF2B5EF4-FFF2-40B4-BE49-F238E27FC236}">
                <a16:creationId xmlns:a16="http://schemas.microsoft.com/office/drawing/2014/main" id="{D76602D0-C6F9-75FF-5DA0-3FC7F19D3684}"/>
              </a:ext>
            </a:extLst>
          </p:cNvPr>
          <p:cNvSpPr>
            <a:spLocks noGrp="1"/>
          </p:cNvSpPr>
          <p:nvPr>
            <p:ph type="subTitle" idx="4"/>
          </p:nvPr>
        </p:nvSpPr>
        <p:spPr/>
        <p:txBody>
          <a:bodyPr/>
          <a:lstStyle/>
          <a:p>
            <a:endParaRPr lang="en-US"/>
          </a:p>
        </p:txBody>
      </p:sp>
      <p:sp>
        <p:nvSpPr>
          <p:cNvPr id="7" name="Subtitle 6">
            <a:extLst>
              <a:ext uri="{FF2B5EF4-FFF2-40B4-BE49-F238E27FC236}">
                <a16:creationId xmlns:a16="http://schemas.microsoft.com/office/drawing/2014/main" id="{9CC48393-D718-7F72-322A-88DFC80EB949}"/>
              </a:ext>
            </a:extLst>
          </p:cNvPr>
          <p:cNvSpPr>
            <a:spLocks noGrp="1"/>
          </p:cNvSpPr>
          <p:nvPr>
            <p:ph type="subTitle" idx="5"/>
          </p:nvPr>
        </p:nvSpPr>
        <p:spPr/>
        <p:txBody>
          <a:bodyPr/>
          <a:lstStyle/>
          <a:p>
            <a:endParaRPr lang="en-US"/>
          </a:p>
        </p:txBody>
      </p:sp>
      <p:sp>
        <p:nvSpPr>
          <p:cNvPr id="8" name="Subtitle 7">
            <a:extLst>
              <a:ext uri="{FF2B5EF4-FFF2-40B4-BE49-F238E27FC236}">
                <a16:creationId xmlns:a16="http://schemas.microsoft.com/office/drawing/2014/main" id="{3DE6EC47-C724-3FFA-C538-2E8FB6981654}"/>
              </a:ext>
            </a:extLst>
          </p:cNvPr>
          <p:cNvSpPr>
            <a:spLocks noGrp="1"/>
          </p:cNvSpPr>
          <p:nvPr>
            <p:ph type="subTitle" idx="6"/>
          </p:nvPr>
        </p:nvSpPr>
        <p:spPr/>
        <p:txBody>
          <a:bodyPr/>
          <a:lstStyle/>
          <a:p>
            <a:endParaRPr lang="en-US"/>
          </a:p>
        </p:txBody>
      </p:sp>
      <p:pic>
        <p:nvPicPr>
          <p:cNvPr id="10" name="Picture 9">
            <a:extLst>
              <a:ext uri="{FF2B5EF4-FFF2-40B4-BE49-F238E27FC236}">
                <a16:creationId xmlns:a16="http://schemas.microsoft.com/office/drawing/2014/main" id="{93492A7B-7EF3-625E-9D0B-A2AAE142FA69}"/>
              </a:ext>
            </a:extLst>
          </p:cNvPr>
          <p:cNvPicPr>
            <a:picLocks noChangeAspect="1"/>
          </p:cNvPicPr>
          <p:nvPr/>
        </p:nvPicPr>
        <p:blipFill>
          <a:blip r:embed="rId2"/>
          <a:srcRect/>
          <a:stretch/>
        </p:blipFill>
        <p:spPr>
          <a:xfrm>
            <a:off x="0" y="303053"/>
            <a:ext cx="9144000" cy="4537392"/>
          </a:xfrm>
          <a:prstGeom prst="rect">
            <a:avLst/>
          </a:prstGeom>
        </p:spPr>
      </p:pic>
    </p:spTree>
    <p:extLst>
      <p:ext uri="{BB962C8B-B14F-4D97-AF65-F5344CB8AC3E}">
        <p14:creationId xmlns:p14="http://schemas.microsoft.com/office/powerpoint/2010/main" val="34257565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675B8-A320-3C8C-A11D-D219B84625EB}"/>
              </a:ext>
            </a:extLst>
          </p:cNvPr>
          <p:cNvSpPr>
            <a:spLocks noGrp="1"/>
          </p:cNvSpPr>
          <p:nvPr>
            <p:ph type="title"/>
          </p:nvPr>
        </p:nvSpPr>
        <p:spPr/>
        <p:txBody>
          <a:bodyPr/>
          <a:lstStyle/>
          <a:p>
            <a:endParaRPr lang="en-US"/>
          </a:p>
        </p:txBody>
      </p:sp>
      <p:sp>
        <p:nvSpPr>
          <p:cNvPr id="3" name="Subtitle 2">
            <a:extLst>
              <a:ext uri="{FF2B5EF4-FFF2-40B4-BE49-F238E27FC236}">
                <a16:creationId xmlns:a16="http://schemas.microsoft.com/office/drawing/2014/main" id="{629861CE-400C-C66D-56D6-5D51878912E9}"/>
              </a:ext>
            </a:extLst>
          </p:cNvPr>
          <p:cNvSpPr>
            <a:spLocks noGrp="1"/>
          </p:cNvSpPr>
          <p:nvPr>
            <p:ph type="subTitle" idx="1"/>
          </p:nvPr>
        </p:nvSpPr>
        <p:spPr/>
        <p:txBody>
          <a:bodyPr/>
          <a:lstStyle/>
          <a:p>
            <a:endParaRPr lang="en-US"/>
          </a:p>
        </p:txBody>
      </p:sp>
      <p:sp>
        <p:nvSpPr>
          <p:cNvPr id="4" name="Subtitle 3">
            <a:extLst>
              <a:ext uri="{FF2B5EF4-FFF2-40B4-BE49-F238E27FC236}">
                <a16:creationId xmlns:a16="http://schemas.microsoft.com/office/drawing/2014/main" id="{EFA39C7F-B662-CC92-756B-332358D7670B}"/>
              </a:ext>
            </a:extLst>
          </p:cNvPr>
          <p:cNvSpPr>
            <a:spLocks noGrp="1"/>
          </p:cNvSpPr>
          <p:nvPr>
            <p:ph type="subTitle" idx="2"/>
          </p:nvPr>
        </p:nvSpPr>
        <p:spPr/>
        <p:txBody>
          <a:bodyPr/>
          <a:lstStyle/>
          <a:p>
            <a:endParaRPr lang="en-US"/>
          </a:p>
        </p:txBody>
      </p:sp>
      <p:sp>
        <p:nvSpPr>
          <p:cNvPr id="5" name="Subtitle 4">
            <a:extLst>
              <a:ext uri="{FF2B5EF4-FFF2-40B4-BE49-F238E27FC236}">
                <a16:creationId xmlns:a16="http://schemas.microsoft.com/office/drawing/2014/main" id="{96478A57-8407-EE60-90A1-11278C5B809A}"/>
              </a:ext>
            </a:extLst>
          </p:cNvPr>
          <p:cNvSpPr>
            <a:spLocks noGrp="1"/>
          </p:cNvSpPr>
          <p:nvPr>
            <p:ph type="subTitle" idx="3"/>
          </p:nvPr>
        </p:nvSpPr>
        <p:spPr/>
        <p:txBody>
          <a:bodyPr/>
          <a:lstStyle/>
          <a:p>
            <a:endParaRPr lang="en-US"/>
          </a:p>
        </p:txBody>
      </p:sp>
      <p:sp>
        <p:nvSpPr>
          <p:cNvPr id="6" name="Subtitle 5">
            <a:extLst>
              <a:ext uri="{FF2B5EF4-FFF2-40B4-BE49-F238E27FC236}">
                <a16:creationId xmlns:a16="http://schemas.microsoft.com/office/drawing/2014/main" id="{198160FD-64F9-AE37-A38D-E01CBB1BBD04}"/>
              </a:ext>
            </a:extLst>
          </p:cNvPr>
          <p:cNvSpPr>
            <a:spLocks noGrp="1"/>
          </p:cNvSpPr>
          <p:nvPr>
            <p:ph type="subTitle" idx="4"/>
          </p:nvPr>
        </p:nvSpPr>
        <p:spPr/>
        <p:txBody>
          <a:bodyPr/>
          <a:lstStyle/>
          <a:p>
            <a:endParaRPr lang="en-US"/>
          </a:p>
        </p:txBody>
      </p:sp>
      <p:sp>
        <p:nvSpPr>
          <p:cNvPr id="7" name="Subtitle 6">
            <a:extLst>
              <a:ext uri="{FF2B5EF4-FFF2-40B4-BE49-F238E27FC236}">
                <a16:creationId xmlns:a16="http://schemas.microsoft.com/office/drawing/2014/main" id="{D8E03C77-B426-4BDC-062E-BB69EE22A54C}"/>
              </a:ext>
            </a:extLst>
          </p:cNvPr>
          <p:cNvSpPr>
            <a:spLocks noGrp="1"/>
          </p:cNvSpPr>
          <p:nvPr>
            <p:ph type="subTitle" idx="5"/>
          </p:nvPr>
        </p:nvSpPr>
        <p:spPr/>
        <p:txBody>
          <a:bodyPr/>
          <a:lstStyle/>
          <a:p>
            <a:endParaRPr lang="en-US"/>
          </a:p>
        </p:txBody>
      </p:sp>
      <p:sp>
        <p:nvSpPr>
          <p:cNvPr id="8" name="Subtitle 7">
            <a:extLst>
              <a:ext uri="{FF2B5EF4-FFF2-40B4-BE49-F238E27FC236}">
                <a16:creationId xmlns:a16="http://schemas.microsoft.com/office/drawing/2014/main" id="{B409EC98-0F87-FBCE-1189-97DB0A5FD776}"/>
              </a:ext>
            </a:extLst>
          </p:cNvPr>
          <p:cNvSpPr>
            <a:spLocks noGrp="1"/>
          </p:cNvSpPr>
          <p:nvPr>
            <p:ph type="subTitle" idx="6"/>
          </p:nvPr>
        </p:nvSpPr>
        <p:spPr/>
        <p:txBody>
          <a:bodyPr/>
          <a:lstStyle/>
          <a:p>
            <a:endParaRPr lang="en-US"/>
          </a:p>
        </p:txBody>
      </p:sp>
      <p:pic>
        <p:nvPicPr>
          <p:cNvPr id="10" name="Picture 9">
            <a:extLst>
              <a:ext uri="{FF2B5EF4-FFF2-40B4-BE49-F238E27FC236}">
                <a16:creationId xmlns:a16="http://schemas.microsoft.com/office/drawing/2014/main" id="{1AC12CF3-23FD-EAE4-089F-2C260726A020}"/>
              </a:ext>
            </a:extLst>
          </p:cNvPr>
          <p:cNvPicPr>
            <a:picLocks noChangeAspect="1"/>
          </p:cNvPicPr>
          <p:nvPr/>
        </p:nvPicPr>
        <p:blipFill>
          <a:blip r:embed="rId2"/>
          <a:srcRect/>
          <a:stretch/>
        </p:blipFill>
        <p:spPr>
          <a:xfrm>
            <a:off x="0" y="303053"/>
            <a:ext cx="9144000" cy="4537392"/>
          </a:xfrm>
          <a:prstGeom prst="rect">
            <a:avLst/>
          </a:prstGeom>
        </p:spPr>
      </p:pic>
    </p:spTree>
    <p:extLst>
      <p:ext uri="{BB962C8B-B14F-4D97-AF65-F5344CB8AC3E}">
        <p14:creationId xmlns:p14="http://schemas.microsoft.com/office/powerpoint/2010/main" val="2130547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76">
          <a:extLst>
            <a:ext uri="{FF2B5EF4-FFF2-40B4-BE49-F238E27FC236}">
              <a16:creationId xmlns:a16="http://schemas.microsoft.com/office/drawing/2014/main" id="{C815EC0E-B9C3-079A-1C5D-03A9F4D00A8C}"/>
            </a:ext>
          </a:extLst>
        </p:cNvPr>
        <p:cNvGrpSpPr/>
        <p:nvPr/>
      </p:nvGrpSpPr>
      <p:grpSpPr>
        <a:xfrm>
          <a:off x="0" y="0"/>
          <a:ext cx="0" cy="0"/>
          <a:chOff x="0" y="0"/>
          <a:chExt cx="0" cy="0"/>
        </a:xfrm>
      </p:grpSpPr>
      <p:grpSp>
        <p:nvGrpSpPr>
          <p:cNvPr id="384" name="Google Shape;384;p45">
            <a:extLst>
              <a:ext uri="{FF2B5EF4-FFF2-40B4-BE49-F238E27FC236}">
                <a16:creationId xmlns:a16="http://schemas.microsoft.com/office/drawing/2014/main" id="{B6162459-7EF4-E751-8168-154AD6628B88}"/>
              </a:ext>
            </a:extLst>
          </p:cNvPr>
          <p:cNvGrpSpPr/>
          <p:nvPr/>
        </p:nvGrpSpPr>
        <p:grpSpPr>
          <a:xfrm>
            <a:off x="7888575" y="-21400"/>
            <a:ext cx="1255200" cy="5164850"/>
            <a:chOff x="7888575" y="-21400"/>
            <a:chExt cx="1255200" cy="5164850"/>
          </a:xfrm>
        </p:grpSpPr>
        <p:sp>
          <p:nvSpPr>
            <p:cNvPr id="385" name="Google Shape;385;p45">
              <a:extLst>
                <a:ext uri="{FF2B5EF4-FFF2-40B4-BE49-F238E27FC236}">
                  <a16:creationId xmlns:a16="http://schemas.microsoft.com/office/drawing/2014/main" id="{0049E68E-2437-FA47-5CC2-6B9167B88990}"/>
                </a:ext>
              </a:extLst>
            </p:cNvPr>
            <p:cNvSpPr/>
            <p:nvPr/>
          </p:nvSpPr>
          <p:spPr>
            <a:xfrm>
              <a:off x="7888575" y="-21400"/>
              <a:ext cx="1255200" cy="1754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45">
              <a:extLst>
                <a:ext uri="{FF2B5EF4-FFF2-40B4-BE49-F238E27FC236}">
                  <a16:creationId xmlns:a16="http://schemas.microsoft.com/office/drawing/2014/main" id="{19721459-F69A-2050-5008-0B62CDA7ADB4}"/>
                </a:ext>
              </a:extLst>
            </p:cNvPr>
            <p:cNvSpPr/>
            <p:nvPr/>
          </p:nvSpPr>
          <p:spPr>
            <a:xfrm>
              <a:off x="7888575" y="1733350"/>
              <a:ext cx="1255200" cy="3410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7" name="Google Shape;387;p45">
            <a:extLst>
              <a:ext uri="{FF2B5EF4-FFF2-40B4-BE49-F238E27FC236}">
                <a16:creationId xmlns:a16="http://schemas.microsoft.com/office/drawing/2014/main" id="{56FA269D-4B03-A100-7264-304BA8CA87E8}"/>
              </a:ext>
            </a:extLst>
          </p:cNvPr>
          <p:cNvGrpSpPr/>
          <p:nvPr/>
        </p:nvGrpSpPr>
        <p:grpSpPr>
          <a:xfrm>
            <a:off x="7494839" y="1366078"/>
            <a:ext cx="950646" cy="3437971"/>
            <a:chOff x="7494839" y="1366078"/>
            <a:chExt cx="950646" cy="3437971"/>
          </a:xfrm>
        </p:grpSpPr>
        <p:pic>
          <p:nvPicPr>
            <p:cNvPr id="388" name="Google Shape;388;p45">
              <a:extLst>
                <a:ext uri="{FF2B5EF4-FFF2-40B4-BE49-F238E27FC236}">
                  <a16:creationId xmlns:a16="http://schemas.microsoft.com/office/drawing/2014/main" id="{8F0A9831-2D8B-0D8F-A82B-0B0AA9EBE77D}"/>
                </a:ext>
              </a:extLst>
            </p:cNvPr>
            <p:cNvPicPr preferRelativeResize="0"/>
            <p:nvPr/>
          </p:nvPicPr>
          <p:blipFill>
            <a:blip r:embed="rId3">
              <a:alphaModFix/>
            </a:blip>
            <a:stretch>
              <a:fillRect/>
            </a:stretch>
          </p:blipFill>
          <p:spPr>
            <a:xfrm>
              <a:off x="7494839" y="2346600"/>
              <a:ext cx="773000" cy="1650775"/>
            </a:xfrm>
            <a:prstGeom prst="rect">
              <a:avLst/>
            </a:prstGeom>
            <a:noFill/>
            <a:ln>
              <a:noFill/>
            </a:ln>
            <a:effectLst>
              <a:outerShdw blurRad="57150" dist="19050" dir="5400000" algn="bl" rotWithShape="0">
                <a:schemeClr val="dk1">
                  <a:alpha val="50000"/>
                </a:schemeClr>
              </a:outerShdw>
            </a:effectLst>
          </p:spPr>
        </p:pic>
        <p:pic>
          <p:nvPicPr>
            <p:cNvPr id="389" name="Google Shape;389;p45">
              <a:extLst>
                <a:ext uri="{FF2B5EF4-FFF2-40B4-BE49-F238E27FC236}">
                  <a16:creationId xmlns:a16="http://schemas.microsoft.com/office/drawing/2014/main" id="{61C48B29-4187-4EFD-E8C7-340DC0BC70A3}"/>
                </a:ext>
              </a:extLst>
            </p:cNvPr>
            <p:cNvPicPr preferRelativeResize="0"/>
            <p:nvPr/>
          </p:nvPicPr>
          <p:blipFill>
            <a:blip r:embed="rId4">
              <a:alphaModFix/>
            </a:blip>
            <a:stretch>
              <a:fillRect/>
            </a:stretch>
          </p:blipFill>
          <p:spPr>
            <a:xfrm rot="4212119">
              <a:off x="7856090" y="1413688"/>
              <a:ext cx="490873" cy="554426"/>
            </a:xfrm>
            <a:prstGeom prst="rect">
              <a:avLst/>
            </a:prstGeom>
            <a:noFill/>
            <a:ln>
              <a:noFill/>
            </a:ln>
            <a:effectLst>
              <a:outerShdw blurRad="57150" dist="19050" dir="5400000" algn="bl" rotWithShape="0">
                <a:schemeClr val="dk1">
                  <a:alpha val="50000"/>
                </a:schemeClr>
              </a:outerShdw>
            </a:effectLst>
          </p:spPr>
        </p:pic>
        <p:pic>
          <p:nvPicPr>
            <p:cNvPr id="390" name="Google Shape;390;p45">
              <a:extLst>
                <a:ext uri="{FF2B5EF4-FFF2-40B4-BE49-F238E27FC236}">
                  <a16:creationId xmlns:a16="http://schemas.microsoft.com/office/drawing/2014/main" id="{6BA659B3-7FF0-A132-23F5-0E1C3BDA59FE}"/>
                </a:ext>
              </a:extLst>
            </p:cNvPr>
            <p:cNvPicPr preferRelativeResize="0"/>
            <p:nvPr/>
          </p:nvPicPr>
          <p:blipFill>
            <a:blip r:embed="rId5">
              <a:alphaModFix/>
            </a:blip>
            <a:stretch>
              <a:fillRect/>
            </a:stretch>
          </p:blipFill>
          <p:spPr>
            <a:xfrm>
              <a:off x="7585750" y="4328249"/>
              <a:ext cx="469561" cy="475800"/>
            </a:xfrm>
            <a:prstGeom prst="rect">
              <a:avLst/>
            </a:prstGeom>
            <a:noFill/>
            <a:ln>
              <a:noFill/>
            </a:ln>
            <a:effectLst>
              <a:outerShdw blurRad="57150" dist="19050" dir="5400000" algn="bl" rotWithShape="0">
                <a:schemeClr val="dk1">
                  <a:alpha val="50000"/>
                </a:schemeClr>
              </a:outerShdw>
            </a:effectLst>
          </p:spPr>
        </p:pic>
      </p:grpSp>
      <p:sp>
        <p:nvSpPr>
          <p:cNvPr id="16" name="Title 1">
            <a:extLst>
              <a:ext uri="{FF2B5EF4-FFF2-40B4-BE49-F238E27FC236}">
                <a16:creationId xmlns:a16="http://schemas.microsoft.com/office/drawing/2014/main" id="{39D1A498-7CE7-EC6C-1993-6E009101D691}"/>
              </a:ext>
            </a:extLst>
          </p:cNvPr>
          <p:cNvSpPr>
            <a:spLocks noGrp="1"/>
          </p:cNvSpPr>
          <p:nvPr>
            <p:ph type="title"/>
          </p:nvPr>
        </p:nvSpPr>
        <p:spPr>
          <a:xfrm>
            <a:off x="720000" y="445025"/>
            <a:ext cx="7704000" cy="572700"/>
          </a:xfrm>
        </p:spPr>
        <p:txBody>
          <a:bodyPr/>
          <a:lstStyle/>
          <a:p>
            <a:r>
              <a:rPr lang="en-US" dirty="0"/>
              <a:t>Evaluation Metrics</a:t>
            </a:r>
          </a:p>
        </p:txBody>
      </p:sp>
      <p:sp>
        <p:nvSpPr>
          <p:cNvPr id="17" name="Subtitle 5">
            <a:extLst>
              <a:ext uri="{FF2B5EF4-FFF2-40B4-BE49-F238E27FC236}">
                <a16:creationId xmlns:a16="http://schemas.microsoft.com/office/drawing/2014/main" id="{7AD5312F-057A-D70A-AC56-A7F3F54EB265}"/>
              </a:ext>
            </a:extLst>
          </p:cNvPr>
          <p:cNvSpPr txBox="1">
            <a:spLocks/>
          </p:cNvSpPr>
          <p:nvPr/>
        </p:nvSpPr>
        <p:spPr>
          <a:xfrm>
            <a:off x="720000" y="1733300"/>
            <a:ext cx="5554500" cy="273594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1pPr>
            <a:lvl2pPr marL="914400" marR="0" lvl="1" indent="-317500"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2pPr>
            <a:lvl3pPr marL="1371600" marR="0" lvl="2" indent="-317500"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3pPr>
            <a:lvl4pPr marL="1828800" marR="0" lvl="3" indent="-317500"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4pPr>
            <a:lvl5pPr marL="2286000" marR="0" lvl="4" indent="-317500"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5pPr>
            <a:lvl6pPr marL="2743200" marR="0" lvl="5" indent="-317500"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6pPr>
            <a:lvl7pPr marL="3200400" marR="0" lvl="6" indent="-317500"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7pPr>
            <a:lvl8pPr marL="3657600" marR="0" lvl="7" indent="-317500"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8pPr>
            <a:lvl9pPr marL="4114800" marR="0" lvl="8" indent="-317500"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9pPr>
          </a:lstStyle>
          <a:p>
            <a:endParaRPr lang="en-US" dirty="0"/>
          </a:p>
          <a:p>
            <a:r>
              <a:rPr lang="en-US" dirty="0"/>
              <a:t>SARIMA:</a:t>
            </a:r>
          </a:p>
          <a:p>
            <a:r>
              <a:rPr lang="en-US" b="0" dirty="0"/>
              <a:t>RMSE: 36.99 MAE: 25.59</a:t>
            </a:r>
            <a:endParaRPr lang="en-US" dirty="0"/>
          </a:p>
          <a:p>
            <a:r>
              <a:rPr lang="en-US" dirty="0"/>
              <a:t>Prophet:</a:t>
            </a:r>
          </a:p>
          <a:p>
            <a:r>
              <a:rPr lang="en-US" b="0" dirty="0"/>
              <a:t>RMSE: 20.5 MAE: 15.3</a:t>
            </a:r>
          </a:p>
          <a:p>
            <a:r>
              <a:rPr lang="en-US" dirty="0"/>
              <a:t>ARIMA:</a:t>
            </a:r>
          </a:p>
          <a:p>
            <a:r>
              <a:rPr lang="en-US" b="0" dirty="0"/>
              <a:t>RMSE: 8.8 MAE: 5.8</a:t>
            </a:r>
          </a:p>
          <a:p>
            <a:endParaRPr lang="en-US" b="0" dirty="0"/>
          </a:p>
        </p:txBody>
      </p:sp>
    </p:spTree>
    <p:extLst>
      <p:ext uri="{BB962C8B-B14F-4D97-AF65-F5344CB8AC3E}">
        <p14:creationId xmlns:p14="http://schemas.microsoft.com/office/powerpoint/2010/main" val="3783180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5">
          <a:extLst>
            <a:ext uri="{FF2B5EF4-FFF2-40B4-BE49-F238E27FC236}">
              <a16:creationId xmlns:a16="http://schemas.microsoft.com/office/drawing/2014/main" id="{8DE7C699-5017-8CD1-56DF-934338EA8FE3}"/>
            </a:ext>
          </a:extLst>
        </p:cNvPr>
        <p:cNvGrpSpPr/>
        <p:nvPr/>
      </p:nvGrpSpPr>
      <p:grpSpPr>
        <a:xfrm>
          <a:off x="0" y="0"/>
          <a:ext cx="0" cy="0"/>
          <a:chOff x="0" y="0"/>
          <a:chExt cx="0" cy="0"/>
        </a:xfrm>
      </p:grpSpPr>
      <p:sp>
        <p:nvSpPr>
          <p:cNvPr id="326" name="Google Shape;326;p41">
            <a:extLst>
              <a:ext uri="{FF2B5EF4-FFF2-40B4-BE49-F238E27FC236}">
                <a16:creationId xmlns:a16="http://schemas.microsoft.com/office/drawing/2014/main" id="{4EC5D368-93D5-5D52-791D-9CD68C7E77D0}"/>
              </a:ext>
            </a:extLst>
          </p:cNvPr>
          <p:cNvSpPr txBox="1">
            <a:spLocks noGrp="1"/>
          </p:cNvSpPr>
          <p:nvPr>
            <p:ph type="title"/>
          </p:nvPr>
        </p:nvSpPr>
        <p:spPr>
          <a:xfrm>
            <a:off x="317012" y="2296300"/>
            <a:ext cx="5793304" cy="855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000" dirty="0"/>
              <a:t>Recommendations</a:t>
            </a:r>
            <a:endParaRPr sz="4000" dirty="0"/>
          </a:p>
        </p:txBody>
      </p:sp>
      <p:sp>
        <p:nvSpPr>
          <p:cNvPr id="327" name="Google Shape;327;p41">
            <a:extLst>
              <a:ext uri="{FF2B5EF4-FFF2-40B4-BE49-F238E27FC236}">
                <a16:creationId xmlns:a16="http://schemas.microsoft.com/office/drawing/2014/main" id="{260DEE07-0119-8C81-46F0-18E1025DCEB2}"/>
              </a:ext>
            </a:extLst>
          </p:cNvPr>
          <p:cNvSpPr txBox="1">
            <a:spLocks noGrp="1"/>
          </p:cNvSpPr>
          <p:nvPr>
            <p:ph type="title" idx="2"/>
          </p:nvPr>
        </p:nvSpPr>
        <p:spPr>
          <a:xfrm>
            <a:off x="317012" y="1441255"/>
            <a:ext cx="16521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07</a:t>
            </a:r>
            <a:endParaRPr dirty="0"/>
          </a:p>
        </p:txBody>
      </p:sp>
      <p:sp>
        <p:nvSpPr>
          <p:cNvPr id="328" name="Google Shape;328;p41">
            <a:extLst>
              <a:ext uri="{FF2B5EF4-FFF2-40B4-BE49-F238E27FC236}">
                <a16:creationId xmlns:a16="http://schemas.microsoft.com/office/drawing/2014/main" id="{0B2888AB-31B5-6E95-D5C7-423A7C86FF29}"/>
              </a:ext>
            </a:extLst>
          </p:cNvPr>
          <p:cNvSpPr txBox="1">
            <a:spLocks noGrp="1"/>
          </p:cNvSpPr>
          <p:nvPr>
            <p:ph type="subTitle" idx="1"/>
          </p:nvPr>
        </p:nvSpPr>
        <p:spPr>
          <a:xfrm>
            <a:off x="335712" y="3102649"/>
            <a:ext cx="50676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Lessons Learned and Future Work</a:t>
            </a:r>
            <a:endParaRPr b="1" dirty="0"/>
          </a:p>
        </p:txBody>
      </p:sp>
      <p:grpSp>
        <p:nvGrpSpPr>
          <p:cNvPr id="329" name="Google Shape;329;p41">
            <a:extLst>
              <a:ext uri="{FF2B5EF4-FFF2-40B4-BE49-F238E27FC236}">
                <a16:creationId xmlns:a16="http://schemas.microsoft.com/office/drawing/2014/main" id="{BD0C967E-F604-95F9-CFCD-E5E6F06C35BA}"/>
              </a:ext>
            </a:extLst>
          </p:cNvPr>
          <p:cNvGrpSpPr/>
          <p:nvPr/>
        </p:nvGrpSpPr>
        <p:grpSpPr>
          <a:xfrm>
            <a:off x="5864900" y="-21400"/>
            <a:ext cx="3279000" cy="5164850"/>
            <a:chOff x="5864900" y="-21400"/>
            <a:chExt cx="3279000" cy="5164850"/>
          </a:xfrm>
        </p:grpSpPr>
        <p:sp>
          <p:nvSpPr>
            <p:cNvPr id="330" name="Google Shape;330;p41">
              <a:extLst>
                <a:ext uri="{FF2B5EF4-FFF2-40B4-BE49-F238E27FC236}">
                  <a16:creationId xmlns:a16="http://schemas.microsoft.com/office/drawing/2014/main" id="{BE280A9D-0B66-95A7-B8C5-C0C3BC979D72}"/>
                </a:ext>
              </a:extLst>
            </p:cNvPr>
            <p:cNvSpPr/>
            <p:nvPr/>
          </p:nvSpPr>
          <p:spPr>
            <a:xfrm>
              <a:off x="5864900" y="-21400"/>
              <a:ext cx="3279000" cy="1754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1">
              <a:extLst>
                <a:ext uri="{FF2B5EF4-FFF2-40B4-BE49-F238E27FC236}">
                  <a16:creationId xmlns:a16="http://schemas.microsoft.com/office/drawing/2014/main" id="{9CDC3E10-3851-375B-A3BF-A2F329E727DC}"/>
                </a:ext>
              </a:extLst>
            </p:cNvPr>
            <p:cNvSpPr/>
            <p:nvPr/>
          </p:nvSpPr>
          <p:spPr>
            <a:xfrm>
              <a:off x="5864900" y="1733350"/>
              <a:ext cx="3279000" cy="3410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2" name="Google Shape;332;p41">
            <a:extLst>
              <a:ext uri="{FF2B5EF4-FFF2-40B4-BE49-F238E27FC236}">
                <a16:creationId xmlns:a16="http://schemas.microsoft.com/office/drawing/2014/main" id="{07CD7C4C-71D9-C3A5-14B9-2DE468B83E74}"/>
              </a:ext>
            </a:extLst>
          </p:cNvPr>
          <p:cNvGrpSpPr/>
          <p:nvPr/>
        </p:nvGrpSpPr>
        <p:grpSpPr>
          <a:xfrm>
            <a:off x="5505088" y="301599"/>
            <a:ext cx="3415670" cy="4627224"/>
            <a:chOff x="5505088" y="301599"/>
            <a:chExt cx="3415670" cy="4627224"/>
          </a:xfrm>
        </p:grpSpPr>
        <p:pic>
          <p:nvPicPr>
            <p:cNvPr id="333" name="Google Shape;333;p41">
              <a:extLst>
                <a:ext uri="{FF2B5EF4-FFF2-40B4-BE49-F238E27FC236}">
                  <a16:creationId xmlns:a16="http://schemas.microsoft.com/office/drawing/2014/main" id="{A17B4FCE-9D25-9BA2-31A9-A7C18912DF92}"/>
                </a:ext>
              </a:extLst>
            </p:cNvPr>
            <p:cNvPicPr preferRelativeResize="0"/>
            <p:nvPr/>
          </p:nvPicPr>
          <p:blipFill>
            <a:blip r:embed="rId3">
              <a:alphaModFix/>
            </a:blip>
            <a:stretch>
              <a:fillRect/>
            </a:stretch>
          </p:blipFill>
          <p:spPr>
            <a:xfrm>
              <a:off x="7946414" y="2953225"/>
              <a:ext cx="773000" cy="1650775"/>
            </a:xfrm>
            <a:prstGeom prst="rect">
              <a:avLst/>
            </a:prstGeom>
            <a:noFill/>
            <a:ln>
              <a:noFill/>
            </a:ln>
            <a:effectLst>
              <a:outerShdw blurRad="57150" dist="19050" dir="5400000" algn="bl" rotWithShape="0">
                <a:schemeClr val="dk1">
                  <a:alpha val="50000"/>
                </a:schemeClr>
              </a:outerShdw>
            </a:effectLst>
          </p:spPr>
        </p:pic>
        <p:pic>
          <p:nvPicPr>
            <p:cNvPr id="334" name="Google Shape;334;p41">
              <a:extLst>
                <a:ext uri="{FF2B5EF4-FFF2-40B4-BE49-F238E27FC236}">
                  <a16:creationId xmlns:a16="http://schemas.microsoft.com/office/drawing/2014/main" id="{936E716A-F4B3-BCFE-792E-678FC58A34D1}"/>
                </a:ext>
              </a:extLst>
            </p:cNvPr>
            <p:cNvPicPr preferRelativeResize="0"/>
            <p:nvPr/>
          </p:nvPicPr>
          <p:blipFill>
            <a:blip r:embed="rId4">
              <a:alphaModFix/>
            </a:blip>
            <a:stretch>
              <a:fillRect/>
            </a:stretch>
          </p:blipFill>
          <p:spPr>
            <a:xfrm>
              <a:off x="7651396" y="398973"/>
              <a:ext cx="1269362" cy="1754764"/>
            </a:xfrm>
            <a:prstGeom prst="rect">
              <a:avLst/>
            </a:prstGeom>
            <a:noFill/>
            <a:ln>
              <a:noFill/>
            </a:ln>
            <a:effectLst>
              <a:outerShdw blurRad="57150" dist="19050" dir="5400000" algn="bl" rotWithShape="0">
                <a:schemeClr val="dk1">
                  <a:alpha val="50000"/>
                </a:schemeClr>
              </a:outerShdw>
            </a:effectLst>
          </p:spPr>
        </p:pic>
        <p:pic>
          <p:nvPicPr>
            <p:cNvPr id="335" name="Google Shape;335;p41">
              <a:extLst>
                <a:ext uri="{FF2B5EF4-FFF2-40B4-BE49-F238E27FC236}">
                  <a16:creationId xmlns:a16="http://schemas.microsoft.com/office/drawing/2014/main" id="{E039451E-18DC-EADE-E247-A16ED33AB83B}"/>
                </a:ext>
              </a:extLst>
            </p:cNvPr>
            <p:cNvPicPr preferRelativeResize="0"/>
            <p:nvPr/>
          </p:nvPicPr>
          <p:blipFill>
            <a:blip r:embed="rId5">
              <a:alphaModFix/>
            </a:blip>
            <a:stretch>
              <a:fillRect/>
            </a:stretch>
          </p:blipFill>
          <p:spPr>
            <a:xfrm>
              <a:off x="5505089" y="3128048"/>
              <a:ext cx="1467974" cy="1754763"/>
            </a:xfrm>
            <a:prstGeom prst="rect">
              <a:avLst/>
            </a:prstGeom>
            <a:noFill/>
            <a:ln>
              <a:noFill/>
            </a:ln>
            <a:effectLst>
              <a:outerShdw blurRad="57150" dist="19050" dir="5400000" algn="bl" rotWithShape="0">
                <a:schemeClr val="dk1">
                  <a:alpha val="50000"/>
                </a:schemeClr>
              </a:outerShdw>
            </a:effectLst>
          </p:spPr>
        </p:pic>
        <p:pic>
          <p:nvPicPr>
            <p:cNvPr id="336" name="Google Shape;336;p41">
              <a:extLst>
                <a:ext uri="{FF2B5EF4-FFF2-40B4-BE49-F238E27FC236}">
                  <a16:creationId xmlns:a16="http://schemas.microsoft.com/office/drawing/2014/main" id="{46517AB3-6286-3195-EE95-D73FDD9DDFB4}"/>
                </a:ext>
              </a:extLst>
            </p:cNvPr>
            <p:cNvPicPr preferRelativeResize="0"/>
            <p:nvPr/>
          </p:nvPicPr>
          <p:blipFill>
            <a:blip r:embed="rId6">
              <a:alphaModFix/>
            </a:blip>
            <a:stretch>
              <a:fillRect/>
            </a:stretch>
          </p:blipFill>
          <p:spPr>
            <a:xfrm>
              <a:off x="5505088" y="1074624"/>
              <a:ext cx="2020051" cy="1576749"/>
            </a:xfrm>
            <a:prstGeom prst="rect">
              <a:avLst/>
            </a:prstGeom>
            <a:noFill/>
            <a:ln>
              <a:noFill/>
            </a:ln>
            <a:effectLst>
              <a:outerShdw blurRad="57150" dist="19050" dir="5400000" algn="bl" rotWithShape="0">
                <a:schemeClr val="dk1">
                  <a:alpha val="50000"/>
                </a:schemeClr>
              </a:outerShdw>
            </a:effectLst>
          </p:spPr>
        </p:pic>
        <p:pic>
          <p:nvPicPr>
            <p:cNvPr id="337" name="Google Shape;337;p41">
              <a:extLst>
                <a:ext uri="{FF2B5EF4-FFF2-40B4-BE49-F238E27FC236}">
                  <a16:creationId xmlns:a16="http://schemas.microsoft.com/office/drawing/2014/main" id="{7B94D908-372B-22CD-7380-8D3AE1D23DEE}"/>
                </a:ext>
              </a:extLst>
            </p:cNvPr>
            <p:cNvPicPr preferRelativeResize="0"/>
            <p:nvPr/>
          </p:nvPicPr>
          <p:blipFill>
            <a:blip r:embed="rId7">
              <a:alphaModFix/>
            </a:blip>
            <a:stretch>
              <a:fillRect/>
            </a:stretch>
          </p:blipFill>
          <p:spPr>
            <a:xfrm>
              <a:off x="6382225" y="301599"/>
              <a:ext cx="469561" cy="475800"/>
            </a:xfrm>
            <a:prstGeom prst="rect">
              <a:avLst/>
            </a:prstGeom>
            <a:noFill/>
            <a:ln>
              <a:noFill/>
            </a:ln>
            <a:effectLst>
              <a:outerShdw blurRad="57150" dist="19050" dir="5400000" algn="bl" rotWithShape="0">
                <a:schemeClr val="dk1">
                  <a:alpha val="50000"/>
                </a:schemeClr>
              </a:outerShdw>
            </a:effectLst>
          </p:spPr>
        </p:pic>
        <p:pic>
          <p:nvPicPr>
            <p:cNvPr id="338" name="Google Shape;338;p41">
              <a:extLst>
                <a:ext uri="{FF2B5EF4-FFF2-40B4-BE49-F238E27FC236}">
                  <a16:creationId xmlns:a16="http://schemas.microsoft.com/office/drawing/2014/main" id="{72BD0846-F7EF-B6C3-DF5B-16871B165C0B}"/>
                </a:ext>
              </a:extLst>
            </p:cNvPr>
            <p:cNvPicPr preferRelativeResize="0"/>
            <p:nvPr/>
          </p:nvPicPr>
          <p:blipFill>
            <a:blip r:embed="rId8">
              <a:alphaModFix/>
            </a:blip>
            <a:stretch>
              <a:fillRect/>
            </a:stretch>
          </p:blipFill>
          <p:spPr>
            <a:xfrm rot="4212119">
              <a:off x="6950302" y="4326788"/>
              <a:ext cx="490873" cy="554426"/>
            </a:xfrm>
            <a:prstGeom prst="rect">
              <a:avLst/>
            </a:prstGeom>
            <a:noFill/>
            <a:ln>
              <a:noFill/>
            </a:ln>
            <a:effectLst>
              <a:outerShdw blurRad="57150" dist="19050" dir="5400000" algn="bl" rotWithShape="0">
                <a:schemeClr val="dk1">
                  <a:alpha val="50000"/>
                </a:schemeClr>
              </a:outerShdw>
            </a:effectLst>
          </p:spPr>
        </p:pic>
        <p:pic>
          <p:nvPicPr>
            <p:cNvPr id="339" name="Google Shape;339;p41">
              <a:extLst>
                <a:ext uri="{FF2B5EF4-FFF2-40B4-BE49-F238E27FC236}">
                  <a16:creationId xmlns:a16="http://schemas.microsoft.com/office/drawing/2014/main" id="{146E9317-5879-2FDE-412E-99BE955115DA}"/>
                </a:ext>
              </a:extLst>
            </p:cNvPr>
            <p:cNvPicPr preferRelativeResize="0"/>
            <p:nvPr/>
          </p:nvPicPr>
          <p:blipFill>
            <a:blip r:embed="rId7">
              <a:alphaModFix/>
            </a:blip>
            <a:stretch>
              <a:fillRect/>
            </a:stretch>
          </p:blipFill>
          <p:spPr>
            <a:xfrm>
              <a:off x="7347225" y="3477649"/>
              <a:ext cx="469561" cy="475800"/>
            </a:xfrm>
            <a:prstGeom prst="rect">
              <a:avLst/>
            </a:prstGeom>
            <a:noFill/>
            <a:ln>
              <a:noFill/>
            </a:ln>
            <a:effectLst>
              <a:outerShdw blurRad="57150" dist="19050" dir="5400000" algn="bl" rotWithShape="0">
                <a:schemeClr val="dk1">
                  <a:alpha val="50000"/>
                </a:schemeClr>
              </a:outerShdw>
            </a:effectLst>
          </p:spPr>
        </p:pic>
      </p:grpSp>
    </p:spTree>
    <p:extLst>
      <p:ext uri="{BB962C8B-B14F-4D97-AF65-F5344CB8AC3E}">
        <p14:creationId xmlns:p14="http://schemas.microsoft.com/office/powerpoint/2010/main" val="1197969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E3792-8DC2-9107-2200-5035BA61D6EC}"/>
            </a:ext>
          </a:extLst>
        </p:cNvPr>
        <p:cNvGrpSpPr/>
        <p:nvPr/>
      </p:nvGrpSpPr>
      <p:grpSpPr>
        <a:xfrm>
          <a:off x="0" y="0"/>
          <a:ext cx="0" cy="0"/>
          <a:chOff x="0" y="0"/>
          <a:chExt cx="0" cy="0"/>
        </a:xfrm>
      </p:grpSpPr>
      <p:sp>
        <p:nvSpPr>
          <p:cNvPr id="17" name="Title 1">
            <a:extLst>
              <a:ext uri="{FF2B5EF4-FFF2-40B4-BE49-F238E27FC236}">
                <a16:creationId xmlns:a16="http://schemas.microsoft.com/office/drawing/2014/main" id="{65E0E18B-F1A8-0F14-65DE-87442DB529C7}"/>
              </a:ext>
            </a:extLst>
          </p:cNvPr>
          <p:cNvSpPr>
            <a:spLocks noGrp="1"/>
          </p:cNvSpPr>
          <p:nvPr>
            <p:ph type="title"/>
          </p:nvPr>
        </p:nvSpPr>
        <p:spPr>
          <a:xfrm>
            <a:off x="1440000" y="810785"/>
            <a:ext cx="7704000" cy="572700"/>
          </a:xfrm>
        </p:spPr>
        <p:txBody>
          <a:bodyPr wrap="square" anchor="t">
            <a:normAutofit/>
          </a:bodyPr>
          <a:lstStyle/>
          <a:p>
            <a:pPr>
              <a:lnSpc>
                <a:spcPct val="90000"/>
              </a:lnSpc>
            </a:pPr>
            <a:r>
              <a:rPr lang="en-US" sz="2800" dirty="0"/>
              <a:t>Recommendations</a:t>
            </a:r>
          </a:p>
        </p:txBody>
      </p:sp>
      <p:sp>
        <p:nvSpPr>
          <p:cNvPr id="4" name="Subtitle 3">
            <a:extLst>
              <a:ext uri="{FF2B5EF4-FFF2-40B4-BE49-F238E27FC236}">
                <a16:creationId xmlns:a16="http://schemas.microsoft.com/office/drawing/2014/main" id="{122F7F97-E697-1CB0-6990-3AE46186EB3A}"/>
              </a:ext>
            </a:extLst>
          </p:cNvPr>
          <p:cNvSpPr>
            <a:spLocks noGrp="1"/>
          </p:cNvSpPr>
          <p:nvPr>
            <p:ph type="subTitle" idx="2"/>
          </p:nvPr>
        </p:nvSpPr>
        <p:spPr>
          <a:xfrm>
            <a:off x="1126486" y="2907390"/>
            <a:ext cx="1577755" cy="572699"/>
          </a:xfrm>
        </p:spPr>
        <p:txBody>
          <a:bodyPr wrap="square" anchor="t">
            <a:noAutofit/>
          </a:bodyPr>
          <a:lstStyle/>
          <a:p>
            <a:pPr marL="139700" indent="0" algn="ctr">
              <a:lnSpc>
                <a:spcPct val="105000"/>
              </a:lnSpc>
              <a:spcAft>
                <a:spcPts val="600"/>
              </a:spcAft>
            </a:pPr>
            <a:r>
              <a:rPr lang="en-US" b="1" dirty="0"/>
              <a:t>Prepare for</a:t>
            </a:r>
          </a:p>
          <a:p>
            <a:pPr marL="139700" indent="0" algn="ctr">
              <a:lnSpc>
                <a:spcPct val="105000"/>
              </a:lnSpc>
              <a:spcAft>
                <a:spcPts val="600"/>
              </a:spcAft>
            </a:pPr>
            <a:r>
              <a:rPr lang="en-US" b="1" dirty="0"/>
              <a:t> Fluctuations</a:t>
            </a:r>
            <a:endParaRPr lang="en-SA" dirty="0"/>
          </a:p>
        </p:txBody>
      </p:sp>
      <p:pic>
        <p:nvPicPr>
          <p:cNvPr id="3" name="Graphic 2" descr="Gantt Chart with solid fill">
            <a:extLst>
              <a:ext uri="{FF2B5EF4-FFF2-40B4-BE49-F238E27FC236}">
                <a16:creationId xmlns:a16="http://schemas.microsoft.com/office/drawing/2014/main" id="{8A4288E2-8F9F-7FDA-B9C8-5053E1BD9D8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46057" y="2177478"/>
            <a:ext cx="450000" cy="450000"/>
          </a:xfrm>
          <a:prstGeom prst="rect">
            <a:avLst/>
          </a:prstGeom>
        </p:spPr>
      </p:pic>
      <p:pic>
        <p:nvPicPr>
          <p:cNvPr id="6" name="Graphic 5" descr="Playbook with solid fill">
            <a:extLst>
              <a:ext uri="{FF2B5EF4-FFF2-40B4-BE49-F238E27FC236}">
                <a16:creationId xmlns:a16="http://schemas.microsoft.com/office/drawing/2014/main" id="{C10A5710-8E73-DF86-76A2-71D61D13C0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77768" y="2183256"/>
            <a:ext cx="450000" cy="450000"/>
          </a:xfrm>
          <a:prstGeom prst="rect">
            <a:avLst/>
          </a:prstGeom>
        </p:spPr>
      </p:pic>
      <p:pic>
        <p:nvPicPr>
          <p:cNvPr id="8" name="Graphic 7" descr="Infinity with solid fill">
            <a:extLst>
              <a:ext uri="{FF2B5EF4-FFF2-40B4-BE49-F238E27FC236}">
                <a16:creationId xmlns:a16="http://schemas.microsoft.com/office/drawing/2014/main" id="{CBF91BA4-4814-E24F-7E7D-EF9E26DD6A2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38453" y="2183256"/>
            <a:ext cx="450000" cy="450000"/>
          </a:xfrm>
          <a:prstGeom prst="rect">
            <a:avLst/>
          </a:prstGeom>
        </p:spPr>
      </p:pic>
      <p:pic>
        <p:nvPicPr>
          <p:cNvPr id="10" name="Graphic 9" descr="Cycle with people with solid fill">
            <a:extLst>
              <a:ext uri="{FF2B5EF4-FFF2-40B4-BE49-F238E27FC236}">
                <a16:creationId xmlns:a16="http://schemas.microsoft.com/office/drawing/2014/main" id="{D1A1E26E-3FB7-B901-F82A-EBD8A3FB09F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239620" y="2177478"/>
            <a:ext cx="450000" cy="450000"/>
          </a:xfrm>
          <a:prstGeom prst="rect">
            <a:avLst/>
          </a:prstGeom>
        </p:spPr>
      </p:pic>
      <p:pic>
        <p:nvPicPr>
          <p:cNvPr id="12" name="Graphic 11" descr="Periodic Graph with solid fill">
            <a:extLst>
              <a:ext uri="{FF2B5EF4-FFF2-40B4-BE49-F238E27FC236}">
                <a16:creationId xmlns:a16="http://schemas.microsoft.com/office/drawing/2014/main" id="{4FDF5CD8-6154-7F20-953B-5BC0B4CFEA3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681888" y="2183256"/>
            <a:ext cx="450000" cy="450000"/>
          </a:xfrm>
          <a:prstGeom prst="rect">
            <a:avLst/>
          </a:prstGeom>
        </p:spPr>
      </p:pic>
      <p:sp>
        <p:nvSpPr>
          <p:cNvPr id="14" name="Subtitle 3">
            <a:extLst>
              <a:ext uri="{FF2B5EF4-FFF2-40B4-BE49-F238E27FC236}">
                <a16:creationId xmlns:a16="http://schemas.microsoft.com/office/drawing/2014/main" id="{CCAF1937-43D7-4817-F522-0AF9C456548E}"/>
              </a:ext>
            </a:extLst>
          </p:cNvPr>
          <p:cNvSpPr txBox="1">
            <a:spLocks/>
          </p:cNvSpPr>
          <p:nvPr/>
        </p:nvSpPr>
        <p:spPr>
          <a:xfrm>
            <a:off x="2866178" y="2907390"/>
            <a:ext cx="1236727" cy="60201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1pPr>
            <a:lvl2pPr marL="914400" marR="0" lvl="1"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2pPr>
            <a:lvl3pPr marL="1371600" marR="0" lvl="2"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3pPr>
            <a:lvl4pPr marL="1828800" marR="0" lvl="3"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4pPr>
            <a:lvl5pPr marL="2286000" marR="0" lvl="4"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5pPr>
            <a:lvl6pPr marL="2743200" marR="0" lvl="5"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6pPr>
            <a:lvl7pPr marL="3200400" marR="0" lvl="6"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7pPr>
            <a:lvl8pPr marL="3657600" marR="0" lvl="7"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8pPr>
            <a:lvl9pPr marL="4114800" marR="0" lvl="8"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9pPr>
          </a:lstStyle>
          <a:p>
            <a:pPr marL="139700" indent="0" algn="ctr">
              <a:lnSpc>
                <a:spcPct val="105000"/>
              </a:lnSpc>
              <a:spcAft>
                <a:spcPts val="600"/>
              </a:spcAft>
            </a:pPr>
            <a:r>
              <a:rPr lang="en-US" b="1" dirty="0"/>
              <a:t>Resource </a:t>
            </a:r>
          </a:p>
          <a:p>
            <a:pPr marL="139700" indent="0" algn="ctr">
              <a:lnSpc>
                <a:spcPct val="105000"/>
              </a:lnSpc>
              <a:spcAft>
                <a:spcPts val="600"/>
              </a:spcAft>
            </a:pPr>
            <a:r>
              <a:rPr lang="en-US" b="1" dirty="0"/>
              <a:t>Planning</a:t>
            </a:r>
            <a:endParaRPr lang="en-SA" dirty="0"/>
          </a:p>
        </p:txBody>
      </p:sp>
      <p:sp>
        <p:nvSpPr>
          <p:cNvPr id="15" name="Subtitle 3">
            <a:extLst>
              <a:ext uri="{FF2B5EF4-FFF2-40B4-BE49-F238E27FC236}">
                <a16:creationId xmlns:a16="http://schemas.microsoft.com/office/drawing/2014/main" id="{12196B89-424C-6B70-4588-AED31C12F4BC}"/>
              </a:ext>
            </a:extLst>
          </p:cNvPr>
          <p:cNvSpPr txBox="1">
            <a:spLocks/>
          </p:cNvSpPr>
          <p:nvPr/>
        </p:nvSpPr>
        <p:spPr>
          <a:xfrm>
            <a:off x="4089888" y="2907390"/>
            <a:ext cx="1614875" cy="60201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1pPr>
            <a:lvl2pPr marL="914400" marR="0" lvl="1"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2pPr>
            <a:lvl3pPr marL="1371600" marR="0" lvl="2"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3pPr>
            <a:lvl4pPr marL="1828800" marR="0" lvl="3"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4pPr>
            <a:lvl5pPr marL="2286000" marR="0" lvl="4"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5pPr>
            <a:lvl6pPr marL="2743200" marR="0" lvl="5"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6pPr>
            <a:lvl7pPr marL="3200400" marR="0" lvl="6"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7pPr>
            <a:lvl8pPr marL="3657600" marR="0" lvl="7"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8pPr>
            <a:lvl9pPr marL="4114800" marR="0" lvl="8"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9pPr>
          </a:lstStyle>
          <a:p>
            <a:pPr marL="139700" indent="0" algn="ctr">
              <a:lnSpc>
                <a:spcPct val="105000"/>
              </a:lnSpc>
              <a:spcAft>
                <a:spcPts val="600"/>
              </a:spcAft>
            </a:pPr>
            <a:r>
              <a:rPr lang="en-US" b="1" dirty="0"/>
              <a:t>Acknowledge</a:t>
            </a:r>
          </a:p>
          <a:p>
            <a:pPr marL="139700" indent="0" algn="ctr">
              <a:lnSpc>
                <a:spcPct val="105000"/>
              </a:lnSpc>
              <a:spcAft>
                <a:spcPts val="600"/>
              </a:spcAft>
            </a:pPr>
            <a:r>
              <a:rPr lang="en-US" b="1" dirty="0"/>
              <a:t>Limitations</a:t>
            </a:r>
            <a:endParaRPr lang="en-SA" dirty="0"/>
          </a:p>
        </p:txBody>
      </p:sp>
      <p:sp>
        <p:nvSpPr>
          <p:cNvPr id="16" name="Subtitle 3">
            <a:extLst>
              <a:ext uri="{FF2B5EF4-FFF2-40B4-BE49-F238E27FC236}">
                <a16:creationId xmlns:a16="http://schemas.microsoft.com/office/drawing/2014/main" id="{34516A37-CEAF-8189-11F2-4B6A101EBED9}"/>
              </a:ext>
            </a:extLst>
          </p:cNvPr>
          <p:cNvSpPr txBox="1">
            <a:spLocks/>
          </p:cNvSpPr>
          <p:nvPr/>
        </p:nvSpPr>
        <p:spPr>
          <a:xfrm>
            <a:off x="5541094" y="2902190"/>
            <a:ext cx="1577754" cy="60201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1pPr>
            <a:lvl2pPr marL="914400" marR="0" lvl="1"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2pPr>
            <a:lvl3pPr marL="1371600" marR="0" lvl="2"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3pPr>
            <a:lvl4pPr marL="1828800" marR="0" lvl="3"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4pPr>
            <a:lvl5pPr marL="2286000" marR="0" lvl="4"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5pPr>
            <a:lvl6pPr marL="2743200" marR="0" lvl="5"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6pPr>
            <a:lvl7pPr marL="3200400" marR="0" lvl="6"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7pPr>
            <a:lvl8pPr marL="3657600" marR="0" lvl="7"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8pPr>
            <a:lvl9pPr marL="4114800" marR="0" lvl="8"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9pPr>
          </a:lstStyle>
          <a:p>
            <a:pPr marL="139700" indent="0" algn="ctr">
              <a:lnSpc>
                <a:spcPct val="105000"/>
              </a:lnSpc>
              <a:spcAft>
                <a:spcPts val="600"/>
              </a:spcAft>
            </a:pPr>
            <a:r>
              <a:rPr lang="en-US" b="1" dirty="0"/>
              <a:t>Contingency</a:t>
            </a:r>
          </a:p>
          <a:p>
            <a:pPr marL="139700" indent="0" algn="ctr">
              <a:lnSpc>
                <a:spcPct val="105000"/>
              </a:lnSpc>
              <a:spcAft>
                <a:spcPts val="600"/>
              </a:spcAft>
            </a:pPr>
            <a:r>
              <a:rPr lang="en-US" b="1" dirty="0"/>
              <a:t>Plans</a:t>
            </a:r>
            <a:endParaRPr lang="en-SA" dirty="0"/>
          </a:p>
        </p:txBody>
      </p:sp>
      <p:sp>
        <p:nvSpPr>
          <p:cNvPr id="18" name="Subtitle 3">
            <a:extLst>
              <a:ext uri="{FF2B5EF4-FFF2-40B4-BE49-F238E27FC236}">
                <a16:creationId xmlns:a16="http://schemas.microsoft.com/office/drawing/2014/main" id="{E9F1392B-289D-9300-A8DF-074D40ECA03C}"/>
              </a:ext>
            </a:extLst>
          </p:cNvPr>
          <p:cNvSpPr txBox="1">
            <a:spLocks/>
          </p:cNvSpPr>
          <p:nvPr/>
        </p:nvSpPr>
        <p:spPr>
          <a:xfrm>
            <a:off x="6926742" y="2878076"/>
            <a:ext cx="1643312" cy="60201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1pPr>
            <a:lvl2pPr marL="914400" marR="0" lvl="1"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2pPr>
            <a:lvl3pPr marL="1371600" marR="0" lvl="2"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3pPr>
            <a:lvl4pPr marL="1828800" marR="0" lvl="3"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4pPr>
            <a:lvl5pPr marL="2286000" marR="0" lvl="4"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5pPr>
            <a:lvl6pPr marL="2743200" marR="0" lvl="5"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6pPr>
            <a:lvl7pPr marL="3200400" marR="0" lvl="6"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7pPr>
            <a:lvl8pPr marL="3657600" marR="0" lvl="7"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8pPr>
            <a:lvl9pPr marL="4114800" marR="0" lvl="8" indent="-317500" algn="ctr" rtl="0">
              <a:lnSpc>
                <a:spcPct val="100000"/>
              </a:lnSpc>
              <a:spcBef>
                <a:spcPts val="0"/>
              </a:spcBef>
              <a:spcAft>
                <a:spcPts val="0"/>
              </a:spcAft>
              <a:buClr>
                <a:schemeClr val="dk1"/>
              </a:buClr>
              <a:buSzPts val="1400"/>
              <a:buFont typeface="Montserrat"/>
              <a:buNone/>
              <a:defRPr sz="1400" b="0" i="0" u="none" strike="noStrike" cap="none">
                <a:solidFill>
                  <a:schemeClr val="dk1"/>
                </a:solidFill>
                <a:latin typeface="Montserrat"/>
                <a:ea typeface="Montserrat"/>
                <a:cs typeface="Montserrat"/>
                <a:sym typeface="Montserrat"/>
              </a:defRPr>
            </a:lvl9pPr>
          </a:lstStyle>
          <a:p>
            <a:pPr marL="139700" indent="0" algn="ctr">
              <a:lnSpc>
                <a:spcPct val="105000"/>
              </a:lnSpc>
              <a:spcAft>
                <a:spcPts val="600"/>
              </a:spcAft>
            </a:pPr>
            <a:r>
              <a:rPr lang="en-US" b="1" dirty="0"/>
              <a:t>Risk</a:t>
            </a:r>
          </a:p>
          <a:p>
            <a:pPr marL="139700" indent="0" algn="ctr">
              <a:lnSpc>
                <a:spcPct val="105000"/>
              </a:lnSpc>
              <a:spcAft>
                <a:spcPts val="600"/>
              </a:spcAft>
            </a:pPr>
            <a:r>
              <a:rPr lang="en-US" b="1" dirty="0"/>
              <a:t>Management</a:t>
            </a:r>
            <a:endParaRPr lang="en-SA" dirty="0"/>
          </a:p>
        </p:txBody>
      </p:sp>
    </p:spTree>
    <p:extLst>
      <p:ext uri="{BB962C8B-B14F-4D97-AF65-F5344CB8AC3E}">
        <p14:creationId xmlns:p14="http://schemas.microsoft.com/office/powerpoint/2010/main" val="2450543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p65"/>
          <p:cNvSpPr txBox="1">
            <a:spLocks noGrp="1"/>
          </p:cNvSpPr>
          <p:nvPr>
            <p:ph type="title"/>
          </p:nvPr>
        </p:nvSpPr>
        <p:spPr>
          <a:xfrm>
            <a:off x="748402" y="262694"/>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Future work</a:t>
            </a:r>
            <a:endParaRPr dirty="0"/>
          </a:p>
        </p:txBody>
      </p:sp>
      <p:sp>
        <p:nvSpPr>
          <p:cNvPr id="799" name="Google Shape;799;p65"/>
          <p:cNvSpPr txBox="1"/>
          <p:nvPr/>
        </p:nvSpPr>
        <p:spPr>
          <a:xfrm>
            <a:off x="2284900" y="1203650"/>
            <a:ext cx="22587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400" b="1" dirty="0">
                <a:solidFill>
                  <a:schemeClr val="dk1"/>
                </a:solidFill>
                <a:latin typeface="Montserrat"/>
                <a:ea typeface="Montserrat"/>
                <a:cs typeface="Montserrat"/>
                <a:sym typeface="Montserrat"/>
              </a:rPr>
              <a:t>Feature engineering</a:t>
            </a:r>
            <a:endParaRPr sz="2400" b="1" dirty="0">
              <a:solidFill>
                <a:schemeClr val="dk1"/>
              </a:solidFill>
              <a:latin typeface="Montserrat"/>
              <a:ea typeface="Montserrat"/>
              <a:cs typeface="Montserrat"/>
              <a:sym typeface="Montserrat"/>
            </a:endParaRPr>
          </a:p>
        </p:txBody>
      </p:sp>
      <p:sp>
        <p:nvSpPr>
          <p:cNvPr id="800" name="Google Shape;800;p65"/>
          <p:cNvSpPr txBox="1"/>
          <p:nvPr/>
        </p:nvSpPr>
        <p:spPr>
          <a:xfrm>
            <a:off x="5601074" y="1168986"/>
            <a:ext cx="2994285" cy="558900"/>
          </a:xfrm>
          <a:prstGeom prst="rect">
            <a:avLst/>
          </a:prstGeom>
          <a:noFill/>
          <a:ln>
            <a:noFill/>
          </a:ln>
        </p:spPr>
        <p:txBody>
          <a:bodyPr spcFirstLastPara="1" wrap="square" lIns="137150" tIns="91425" rIns="91425" bIns="91425" anchor="ctr" anchorCtr="0">
            <a:noAutofit/>
          </a:bodyPr>
          <a:lstStyle/>
          <a:p>
            <a:pPr marL="0" lvl="0" indent="0" algn="l" rtl="0">
              <a:lnSpc>
                <a:spcPct val="115000"/>
              </a:lnSpc>
              <a:spcBef>
                <a:spcPts val="0"/>
              </a:spcBef>
              <a:spcAft>
                <a:spcPts val="0"/>
              </a:spcAft>
              <a:buNone/>
            </a:pPr>
            <a:r>
              <a:rPr lang="en-US" dirty="0">
                <a:latin typeface="Montserrat" pitchFamily="2" charset="77"/>
              </a:rPr>
              <a:t>for more detailed analysis like the number of fluctuations in the trends, length of shortage periods, etc...</a:t>
            </a:r>
            <a:endParaRPr dirty="0">
              <a:solidFill>
                <a:schemeClr val="dk1"/>
              </a:solidFill>
              <a:latin typeface="Montserrat" pitchFamily="2" charset="77"/>
              <a:ea typeface="Montserrat"/>
              <a:cs typeface="Montserrat"/>
              <a:sym typeface="Montserrat"/>
            </a:endParaRPr>
          </a:p>
        </p:txBody>
      </p:sp>
      <p:sp>
        <p:nvSpPr>
          <p:cNvPr id="801" name="Google Shape;801;p65"/>
          <p:cNvSpPr txBox="1"/>
          <p:nvPr/>
        </p:nvSpPr>
        <p:spPr>
          <a:xfrm>
            <a:off x="2284900" y="2107647"/>
            <a:ext cx="22587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400" b="1" dirty="0">
                <a:solidFill>
                  <a:schemeClr val="dk1"/>
                </a:solidFill>
                <a:latin typeface="Montserrat"/>
                <a:ea typeface="Montserrat"/>
                <a:cs typeface="Montserrat"/>
                <a:sym typeface="Montserrat"/>
              </a:rPr>
              <a:t>Alternatives</a:t>
            </a:r>
            <a:endParaRPr sz="2400" b="1" dirty="0">
              <a:solidFill>
                <a:schemeClr val="dk1"/>
              </a:solidFill>
              <a:latin typeface="Montserrat"/>
              <a:ea typeface="Montserrat"/>
              <a:cs typeface="Montserrat"/>
              <a:sym typeface="Montserrat"/>
            </a:endParaRPr>
          </a:p>
        </p:txBody>
      </p:sp>
      <p:sp>
        <p:nvSpPr>
          <p:cNvPr id="802" name="Google Shape;802;p65"/>
          <p:cNvSpPr txBox="1"/>
          <p:nvPr/>
        </p:nvSpPr>
        <p:spPr>
          <a:xfrm>
            <a:off x="5601074" y="2001232"/>
            <a:ext cx="2994284" cy="558900"/>
          </a:xfrm>
          <a:prstGeom prst="rect">
            <a:avLst/>
          </a:prstGeom>
          <a:noFill/>
          <a:ln>
            <a:noFill/>
          </a:ln>
        </p:spPr>
        <p:txBody>
          <a:bodyPr spcFirstLastPara="1" wrap="square" lIns="137150" tIns="91425" rIns="91425" bIns="91425" anchor="ctr" anchorCtr="0">
            <a:noAutofit/>
          </a:bodyPr>
          <a:lstStyle/>
          <a:p>
            <a:pPr marL="0" lvl="0" indent="0" algn="l" rtl="0">
              <a:lnSpc>
                <a:spcPct val="115000"/>
              </a:lnSpc>
              <a:spcBef>
                <a:spcPts val="0"/>
              </a:spcBef>
              <a:spcAft>
                <a:spcPts val="0"/>
              </a:spcAft>
              <a:buNone/>
            </a:pPr>
            <a:endParaRPr lang="en-US" dirty="0">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r>
              <a:rPr lang="en-US" dirty="0">
                <a:solidFill>
                  <a:schemeClr val="dk1"/>
                </a:solidFill>
                <a:latin typeface="Montserrat"/>
                <a:ea typeface="Montserrat"/>
                <a:cs typeface="Montserrat"/>
                <a:sym typeface="Montserrat"/>
              </a:rPr>
              <a:t>techniques such as Exponential Smoothing, Moving Average, Naive Bayes</a:t>
            </a:r>
            <a:endParaRPr dirty="0">
              <a:solidFill>
                <a:schemeClr val="dk1"/>
              </a:solidFill>
              <a:latin typeface="Montserrat"/>
              <a:ea typeface="Montserrat"/>
              <a:cs typeface="Montserrat"/>
              <a:sym typeface="Montserrat"/>
            </a:endParaRPr>
          </a:p>
        </p:txBody>
      </p:sp>
      <p:sp>
        <p:nvSpPr>
          <p:cNvPr id="803" name="Google Shape;803;p65"/>
          <p:cNvSpPr txBox="1"/>
          <p:nvPr/>
        </p:nvSpPr>
        <p:spPr>
          <a:xfrm>
            <a:off x="2284900" y="2908774"/>
            <a:ext cx="22587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400" b="1" dirty="0">
                <a:solidFill>
                  <a:schemeClr val="dk1"/>
                </a:solidFill>
                <a:latin typeface="Montserrat"/>
                <a:ea typeface="Montserrat"/>
                <a:cs typeface="Montserrat"/>
                <a:sym typeface="Montserrat"/>
              </a:rPr>
              <a:t>Quantifying</a:t>
            </a:r>
            <a:endParaRPr sz="2400" b="1" dirty="0">
              <a:solidFill>
                <a:schemeClr val="dk1"/>
              </a:solidFill>
              <a:latin typeface="Montserrat"/>
              <a:ea typeface="Montserrat"/>
              <a:cs typeface="Montserrat"/>
              <a:sym typeface="Montserrat"/>
            </a:endParaRPr>
          </a:p>
        </p:txBody>
      </p:sp>
      <p:sp>
        <p:nvSpPr>
          <p:cNvPr id="804" name="Google Shape;804;p65"/>
          <p:cNvSpPr txBox="1"/>
          <p:nvPr/>
        </p:nvSpPr>
        <p:spPr>
          <a:xfrm>
            <a:off x="5601074" y="2840185"/>
            <a:ext cx="2851327" cy="558900"/>
          </a:xfrm>
          <a:prstGeom prst="rect">
            <a:avLst/>
          </a:prstGeom>
          <a:noFill/>
          <a:ln>
            <a:noFill/>
          </a:ln>
        </p:spPr>
        <p:txBody>
          <a:bodyPr spcFirstLastPara="1" wrap="square" lIns="137150" tIns="91425" rIns="91425" bIns="91425" anchor="ctr" anchorCtr="0">
            <a:noAutofit/>
          </a:bodyPr>
          <a:lstStyle/>
          <a:p>
            <a:pPr marL="0" lvl="0" indent="0" algn="l" rtl="0">
              <a:lnSpc>
                <a:spcPct val="115000"/>
              </a:lnSpc>
              <a:spcBef>
                <a:spcPts val="0"/>
              </a:spcBef>
              <a:spcAft>
                <a:spcPts val="0"/>
              </a:spcAft>
              <a:buNone/>
            </a:pPr>
            <a:endParaRPr lang="en-US" dirty="0">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r>
              <a:rPr lang="en-US" dirty="0">
                <a:solidFill>
                  <a:schemeClr val="dk1"/>
                </a:solidFill>
                <a:latin typeface="Montserrat"/>
                <a:ea typeface="Montserrat"/>
                <a:cs typeface="Montserrat"/>
                <a:sym typeface="Montserrat"/>
              </a:rPr>
              <a:t>Take a new approach to quantifying the number of units in shortage periods.</a:t>
            </a:r>
          </a:p>
        </p:txBody>
      </p:sp>
      <p:sp>
        <p:nvSpPr>
          <p:cNvPr id="805" name="Google Shape;805;p65"/>
          <p:cNvSpPr txBox="1"/>
          <p:nvPr/>
        </p:nvSpPr>
        <p:spPr>
          <a:xfrm>
            <a:off x="2342050" y="3618462"/>
            <a:ext cx="22587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400" b="1" dirty="0">
                <a:solidFill>
                  <a:schemeClr val="dk1"/>
                </a:solidFill>
                <a:latin typeface="Montserrat"/>
                <a:ea typeface="Montserrat"/>
                <a:cs typeface="Montserrat"/>
                <a:sym typeface="Montserrat"/>
              </a:rPr>
              <a:t>Analyze</a:t>
            </a:r>
            <a:endParaRPr sz="2400" b="1" dirty="0">
              <a:solidFill>
                <a:schemeClr val="dk1"/>
              </a:solidFill>
              <a:latin typeface="Montserrat"/>
              <a:ea typeface="Montserrat"/>
              <a:cs typeface="Montserrat"/>
              <a:sym typeface="Montserrat"/>
            </a:endParaRPr>
          </a:p>
        </p:txBody>
      </p:sp>
      <p:sp>
        <p:nvSpPr>
          <p:cNvPr id="806" name="Google Shape;806;p65"/>
          <p:cNvSpPr txBox="1"/>
          <p:nvPr/>
        </p:nvSpPr>
        <p:spPr>
          <a:xfrm>
            <a:off x="5601075" y="3664171"/>
            <a:ext cx="2829700" cy="558900"/>
          </a:xfrm>
          <a:prstGeom prst="rect">
            <a:avLst/>
          </a:prstGeom>
          <a:noFill/>
          <a:ln>
            <a:noFill/>
          </a:ln>
        </p:spPr>
        <p:txBody>
          <a:bodyPr spcFirstLastPara="1" wrap="square" lIns="137150" tIns="91425" rIns="91425" bIns="91425" anchor="ctr" anchorCtr="0">
            <a:noAutofit/>
          </a:bodyPr>
          <a:lstStyle/>
          <a:p>
            <a:pPr marL="0" lvl="0" indent="0" algn="l" rtl="0">
              <a:lnSpc>
                <a:spcPct val="115000"/>
              </a:lnSpc>
              <a:spcBef>
                <a:spcPts val="0"/>
              </a:spcBef>
              <a:spcAft>
                <a:spcPts val="0"/>
              </a:spcAft>
              <a:buNone/>
            </a:pPr>
            <a:r>
              <a:rPr lang="en-US" dirty="0">
                <a:solidFill>
                  <a:schemeClr val="dk1"/>
                </a:solidFill>
                <a:latin typeface="Montserrat"/>
                <a:ea typeface="Montserrat"/>
                <a:cs typeface="Montserrat"/>
                <a:sym typeface="Montserrat"/>
              </a:rPr>
              <a:t>Analyze text data for keyword analysis &amp; theme detection.</a:t>
            </a:r>
          </a:p>
        </p:txBody>
      </p:sp>
      <p:sp>
        <p:nvSpPr>
          <p:cNvPr id="807" name="Google Shape;807;p65"/>
          <p:cNvSpPr txBox="1"/>
          <p:nvPr/>
        </p:nvSpPr>
        <p:spPr>
          <a:xfrm>
            <a:off x="2284900" y="4342501"/>
            <a:ext cx="22587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400" b="1" dirty="0">
                <a:solidFill>
                  <a:schemeClr val="dk1"/>
                </a:solidFill>
                <a:latin typeface="Montserrat"/>
                <a:ea typeface="Montserrat"/>
                <a:cs typeface="Montserrat"/>
                <a:sym typeface="Montserrat"/>
              </a:rPr>
              <a:t>Supply vs Demand</a:t>
            </a:r>
            <a:endParaRPr sz="2400" b="1" dirty="0">
              <a:solidFill>
                <a:schemeClr val="dk1"/>
              </a:solidFill>
              <a:latin typeface="Montserrat"/>
              <a:ea typeface="Montserrat"/>
              <a:cs typeface="Montserrat"/>
              <a:sym typeface="Montserrat"/>
            </a:endParaRPr>
          </a:p>
        </p:txBody>
      </p:sp>
      <p:sp>
        <p:nvSpPr>
          <p:cNvPr id="808" name="Google Shape;808;p65"/>
          <p:cNvSpPr txBox="1"/>
          <p:nvPr/>
        </p:nvSpPr>
        <p:spPr>
          <a:xfrm>
            <a:off x="5601074" y="4350997"/>
            <a:ext cx="2829699" cy="558900"/>
          </a:xfrm>
          <a:prstGeom prst="rect">
            <a:avLst/>
          </a:prstGeom>
          <a:noFill/>
          <a:ln>
            <a:noFill/>
          </a:ln>
        </p:spPr>
        <p:txBody>
          <a:bodyPr spcFirstLastPara="1" wrap="square" lIns="137150" tIns="91425" rIns="91425" bIns="91425" anchor="ctr" anchorCtr="0">
            <a:noAutofit/>
          </a:bodyPr>
          <a:lstStyle/>
          <a:p>
            <a:pPr marL="0" lvl="0" indent="0" algn="l" rtl="0">
              <a:lnSpc>
                <a:spcPct val="115000"/>
              </a:lnSpc>
              <a:spcBef>
                <a:spcPts val="0"/>
              </a:spcBef>
              <a:spcAft>
                <a:spcPts val="0"/>
              </a:spcAft>
              <a:buNone/>
            </a:pPr>
            <a:r>
              <a:rPr lang="en-US" dirty="0">
                <a:solidFill>
                  <a:schemeClr val="dk1"/>
                </a:solidFill>
                <a:latin typeface="Montserrat"/>
                <a:ea typeface="Montserrat"/>
                <a:cs typeface="Montserrat"/>
                <a:sym typeface="Montserrat"/>
              </a:rPr>
              <a:t>for sophisticated inventory buffering recommendations.</a:t>
            </a:r>
            <a:endParaRPr dirty="0">
              <a:solidFill>
                <a:schemeClr val="dk1"/>
              </a:solidFill>
              <a:latin typeface="Montserrat"/>
              <a:ea typeface="Montserrat"/>
              <a:cs typeface="Montserrat"/>
              <a:sym typeface="Montserrat"/>
            </a:endParaRPr>
          </a:p>
        </p:txBody>
      </p:sp>
      <p:sp>
        <p:nvSpPr>
          <p:cNvPr id="809" name="Google Shape;809;p65"/>
          <p:cNvSpPr txBox="1"/>
          <p:nvPr/>
        </p:nvSpPr>
        <p:spPr>
          <a:xfrm>
            <a:off x="713225" y="1203650"/>
            <a:ext cx="5142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400" b="1">
                <a:solidFill>
                  <a:schemeClr val="dk2"/>
                </a:solidFill>
                <a:latin typeface="Montserrat"/>
                <a:ea typeface="Montserrat"/>
                <a:cs typeface="Montserrat"/>
                <a:sym typeface="Montserrat"/>
              </a:rPr>
              <a:t>1</a:t>
            </a:r>
            <a:endParaRPr sz="2400" b="1">
              <a:solidFill>
                <a:schemeClr val="dk2"/>
              </a:solidFill>
              <a:latin typeface="Montserrat"/>
              <a:ea typeface="Montserrat"/>
              <a:cs typeface="Montserrat"/>
              <a:sym typeface="Montserrat"/>
            </a:endParaRPr>
          </a:p>
        </p:txBody>
      </p:sp>
      <p:sp>
        <p:nvSpPr>
          <p:cNvPr id="810" name="Google Shape;810;p65"/>
          <p:cNvSpPr txBox="1"/>
          <p:nvPr/>
        </p:nvSpPr>
        <p:spPr>
          <a:xfrm>
            <a:off x="713225" y="2119077"/>
            <a:ext cx="5142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400" b="1">
                <a:solidFill>
                  <a:schemeClr val="dk2"/>
                </a:solidFill>
                <a:latin typeface="Montserrat"/>
                <a:ea typeface="Montserrat"/>
                <a:cs typeface="Montserrat"/>
                <a:sym typeface="Montserrat"/>
              </a:rPr>
              <a:t>2</a:t>
            </a:r>
            <a:endParaRPr sz="2400" b="1">
              <a:solidFill>
                <a:schemeClr val="dk2"/>
              </a:solidFill>
              <a:latin typeface="Montserrat"/>
              <a:ea typeface="Montserrat"/>
              <a:cs typeface="Montserrat"/>
              <a:sym typeface="Montserrat"/>
            </a:endParaRPr>
          </a:p>
        </p:txBody>
      </p:sp>
      <p:sp>
        <p:nvSpPr>
          <p:cNvPr id="811" name="Google Shape;811;p65"/>
          <p:cNvSpPr txBox="1"/>
          <p:nvPr/>
        </p:nvSpPr>
        <p:spPr>
          <a:xfrm>
            <a:off x="713225" y="2897345"/>
            <a:ext cx="5142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400" b="1" dirty="0">
                <a:solidFill>
                  <a:schemeClr val="dk2"/>
                </a:solidFill>
                <a:latin typeface="Montserrat"/>
                <a:ea typeface="Montserrat"/>
                <a:cs typeface="Montserrat"/>
                <a:sym typeface="Montserrat"/>
              </a:rPr>
              <a:t>3</a:t>
            </a:r>
            <a:endParaRPr sz="2400" b="1" dirty="0">
              <a:solidFill>
                <a:schemeClr val="dk2"/>
              </a:solidFill>
              <a:latin typeface="Montserrat"/>
              <a:ea typeface="Montserrat"/>
              <a:cs typeface="Montserrat"/>
              <a:sym typeface="Montserrat"/>
            </a:endParaRPr>
          </a:p>
        </p:txBody>
      </p:sp>
      <p:sp>
        <p:nvSpPr>
          <p:cNvPr id="812" name="Google Shape;812;p65"/>
          <p:cNvSpPr txBox="1"/>
          <p:nvPr/>
        </p:nvSpPr>
        <p:spPr>
          <a:xfrm>
            <a:off x="713225" y="3664182"/>
            <a:ext cx="5142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400" b="1">
                <a:solidFill>
                  <a:schemeClr val="dk2"/>
                </a:solidFill>
                <a:latin typeface="Montserrat"/>
                <a:ea typeface="Montserrat"/>
                <a:cs typeface="Montserrat"/>
                <a:sym typeface="Montserrat"/>
              </a:rPr>
              <a:t>4</a:t>
            </a:r>
            <a:endParaRPr sz="2400" b="1">
              <a:solidFill>
                <a:schemeClr val="dk2"/>
              </a:solidFill>
              <a:latin typeface="Montserrat"/>
              <a:ea typeface="Montserrat"/>
              <a:cs typeface="Montserrat"/>
              <a:sym typeface="Montserrat"/>
            </a:endParaRPr>
          </a:p>
        </p:txBody>
      </p:sp>
      <p:sp>
        <p:nvSpPr>
          <p:cNvPr id="813" name="Google Shape;813;p65"/>
          <p:cNvSpPr txBox="1"/>
          <p:nvPr/>
        </p:nvSpPr>
        <p:spPr>
          <a:xfrm>
            <a:off x="713225" y="4328150"/>
            <a:ext cx="514200" cy="5589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400" b="1" dirty="0">
                <a:solidFill>
                  <a:schemeClr val="dk2"/>
                </a:solidFill>
                <a:latin typeface="Montserrat"/>
                <a:ea typeface="Montserrat"/>
                <a:cs typeface="Montserrat"/>
                <a:sym typeface="Montserrat"/>
              </a:rPr>
              <a:t>5</a:t>
            </a:r>
            <a:endParaRPr sz="2400" b="1" dirty="0">
              <a:solidFill>
                <a:schemeClr val="dk2"/>
              </a:solidFill>
              <a:latin typeface="Montserrat"/>
              <a:ea typeface="Montserrat"/>
              <a:cs typeface="Montserrat"/>
              <a:sym typeface="Montserrat"/>
            </a:endParaRPr>
          </a:p>
        </p:txBody>
      </p:sp>
      <p:cxnSp>
        <p:nvCxnSpPr>
          <p:cNvPr id="814" name="Google Shape;814;p65"/>
          <p:cNvCxnSpPr>
            <a:cxnSpLocks/>
          </p:cNvCxnSpPr>
          <p:nvPr/>
        </p:nvCxnSpPr>
        <p:spPr>
          <a:xfrm>
            <a:off x="1227425" y="1574540"/>
            <a:ext cx="1057500" cy="0"/>
          </a:xfrm>
          <a:prstGeom prst="straightConnector1">
            <a:avLst/>
          </a:prstGeom>
          <a:noFill/>
          <a:ln w="9525" cap="flat" cmpd="sng">
            <a:solidFill>
              <a:schemeClr val="dk1"/>
            </a:solidFill>
            <a:prstDash val="solid"/>
            <a:round/>
            <a:headEnd type="none" w="med" len="med"/>
            <a:tailEnd type="none" w="med" len="med"/>
          </a:ln>
        </p:spPr>
      </p:cxnSp>
      <p:cxnSp>
        <p:nvCxnSpPr>
          <p:cNvPr id="815" name="Google Shape;815;p65"/>
          <p:cNvCxnSpPr>
            <a:cxnSpLocks/>
          </p:cNvCxnSpPr>
          <p:nvPr/>
        </p:nvCxnSpPr>
        <p:spPr>
          <a:xfrm>
            <a:off x="4600402" y="1541827"/>
            <a:ext cx="1057474" cy="11056"/>
          </a:xfrm>
          <a:prstGeom prst="straightConnector1">
            <a:avLst/>
          </a:prstGeom>
          <a:noFill/>
          <a:ln w="9525" cap="flat" cmpd="sng">
            <a:solidFill>
              <a:schemeClr val="dk1"/>
            </a:solidFill>
            <a:prstDash val="solid"/>
            <a:round/>
            <a:headEnd type="none" w="med" len="med"/>
            <a:tailEnd type="none" w="med" len="med"/>
          </a:ln>
        </p:spPr>
      </p:cxnSp>
      <p:cxnSp>
        <p:nvCxnSpPr>
          <p:cNvPr id="816" name="Google Shape;816;p65"/>
          <p:cNvCxnSpPr>
            <a:cxnSpLocks/>
          </p:cNvCxnSpPr>
          <p:nvPr/>
        </p:nvCxnSpPr>
        <p:spPr>
          <a:xfrm>
            <a:off x="1227425" y="2375667"/>
            <a:ext cx="1057500" cy="0"/>
          </a:xfrm>
          <a:prstGeom prst="straightConnector1">
            <a:avLst/>
          </a:prstGeom>
          <a:noFill/>
          <a:ln w="9525" cap="flat" cmpd="sng">
            <a:solidFill>
              <a:schemeClr val="dk1"/>
            </a:solidFill>
            <a:prstDash val="solid"/>
            <a:round/>
            <a:headEnd type="none" w="med" len="med"/>
            <a:tailEnd type="none" w="med" len="med"/>
          </a:ln>
        </p:spPr>
      </p:cxnSp>
      <p:cxnSp>
        <p:nvCxnSpPr>
          <p:cNvPr id="817" name="Google Shape;817;p65"/>
          <p:cNvCxnSpPr>
            <a:cxnSpLocks/>
          </p:cNvCxnSpPr>
          <p:nvPr/>
        </p:nvCxnSpPr>
        <p:spPr>
          <a:xfrm flipV="1">
            <a:off x="4543600" y="2372122"/>
            <a:ext cx="1057474" cy="3545"/>
          </a:xfrm>
          <a:prstGeom prst="straightConnector1">
            <a:avLst/>
          </a:prstGeom>
          <a:noFill/>
          <a:ln w="9525" cap="flat" cmpd="sng">
            <a:solidFill>
              <a:schemeClr val="dk1"/>
            </a:solidFill>
            <a:prstDash val="solid"/>
            <a:round/>
            <a:headEnd type="none" w="med" len="med"/>
            <a:tailEnd type="none" w="med" len="med"/>
          </a:ln>
        </p:spPr>
      </p:cxnSp>
      <p:cxnSp>
        <p:nvCxnSpPr>
          <p:cNvPr id="818" name="Google Shape;818;p65"/>
          <p:cNvCxnSpPr>
            <a:cxnSpLocks/>
          </p:cNvCxnSpPr>
          <p:nvPr/>
        </p:nvCxnSpPr>
        <p:spPr>
          <a:xfrm>
            <a:off x="1227425" y="3142505"/>
            <a:ext cx="1057500" cy="0"/>
          </a:xfrm>
          <a:prstGeom prst="straightConnector1">
            <a:avLst/>
          </a:prstGeom>
          <a:noFill/>
          <a:ln w="9525" cap="flat" cmpd="sng">
            <a:solidFill>
              <a:schemeClr val="dk1"/>
            </a:solidFill>
            <a:prstDash val="solid"/>
            <a:round/>
            <a:headEnd type="none" w="med" len="med"/>
            <a:tailEnd type="none" w="med" len="med"/>
          </a:ln>
        </p:spPr>
      </p:cxnSp>
      <p:cxnSp>
        <p:nvCxnSpPr>
          <p:cNvPr id="819" name="Google Shape;819;p65"/>
          <p:cNvCxnSpPr>
            <a:cxnSpLocks/>
          </p:cNvCxnSpPr>
          <p:nvPr/>
        </p:nvCxnSpPr>
        <p:spPr>
          <a:xfrm>
            <a:off x="1227425" y="3966492"/>
            <a:ext cx="1057500" cy="0"/>
          </a:xfrm>
          <a:prstGeom prst="straightConnector1">
            <a:avLst/>
          </a:prstGeom>
          <a:noFill/>
          <a:ln w="9525" cap="flat" cmpd="sng">
            <a:solidFill>
              <a:schemeClr val="dk1"/>
            </a:solidFill>
            <a:prstDash val="solid"/>
            <a:round/>
            <a:headEnd type="none" w="med" len="med"/>
            <a:tailEnd type="none" w="med" len="med"/>
          </a:ln>
        </p:spPr>
      </p:cxnSp>
      <p:cxnSp>
        <p:nvCxnSpPr>
          <p:cNvPr id="820" name="Google Shape;820;p65"/>
          <p:cNvCxnSpPr>
            <a:cxnSpLocks/>
          </p:cNvCxnSpPr>
          <p:nvPr/>
        </p:nvCxnSpPr>
        <p:spPr>
          <a:xfrm>
            <a:off x="1227425" y="4607600"/>
            <a:ext cx="967135" cy="0"/>
          </a:xfrm>
          <a:prstGeom prst="straightConnector1">
            <a:avLst/>
          </a:prstGeom>
          <a:noFill/>
          <a:ln w="9525" cap="flat" cmpd="sng">
            <a:solidFill>
              <a:schemeClr val="dk1"/>
            </a:solidFill>
            <a:prstDash val="solid"/>
            <a:round/>
            <a:headEnd type="none" w="med" len="med"/>
            <a:tailEnd type="none" w="med" len="med"/>
          </a:ln>
        </p:spPr>
      </p:cxnSp>
      <p:cxnSp>
        <p:nvCxnSpPr>
          <p:cNvPr id="821" name="Google Shape;821;p65"/>
          <p:cNvCxnSpPr>
            <a:cxnSpLocks/>
          </p:cNvCxnSpPr>
          <p:nvPr/>
        </p:nvCxnSpPr>
        <p:spPr>
          <a:xfrm>
            <a:off x="4543600" y="3142504"/>
            <a:ext cx="1057474" cy="11421"/>
          </a:xfrm>
          <a:prstGeom prst="straightConnector1">
            <a:avLst/>
          </a:prstGeom>
          <a:noFill/>
          <a:ln w="9525" cap="flat" cmpd="sng">
            <a:solidFill>
              <a:schemeClr val="dk1"/>
            </a:solidFill>
            <a:prstDash val="solid"/>
            <a:round/>
            <a:headEnd type="none" w="med" len="med"/>
            <a:tailEnd type="none" w="med" len="med"/>
          </a:ln>
        </p:spPr>
      </p:cxnSp>
      <p:cxnSp>
        <p:nvCxnSpPr>
          <p:cNvPr id="822" name="Google Shape;822;p65"/>
          <p:cNvCxnSpPr>
            <a:cxnSpLocks/>
          </p:cNvCxnSpPr>
          <p:nvPr/>
        </p:nvCxnSpPr>
        <p:spPr>
          <a:xfrm flipV="1">
            <a:off x="4543600" y="3966481"/>
            <a:ext cx="1057475" cy="11"/>
          </a:xfrm>
          <a:prstGeom prst="straightConnector1">
            <a:avLst/>
          </a:prstGeom>
          <a:noFill/>
          <a:ln w="9525" cap="flat" cmpd="sng">
            <a:solidFill>
              <a:schemeClr val="dk1"/>
            </a:solidFill>
            <a:prstDash val="solid"/>
            <a:round/>
            <a:headEnd type="none" w="med" len="med"/>
            <a:tailEnd type="none" w="med" len="med"/>
          </a:ln>
        </p:spPr>
      </p:cxnSp>
      <p:cxnSp>
        <p:nvCxnSpPr>
          <p:cNvPr id="823" name="Google Shape;823;p65"/>
          <p:cNvCxnSpPr>
            <a:cxnSpLocks/>
            <a:endCxn id="808" idx="1"/>
          </p:cNvCxnSpPr>
          <p:nvPr/>
        </p:nvCxnSpPr>
        <p:spPr>
          <a:xfrm>
            <a:off x="4572000" y="4630447"/>
            <a:ext cx="1029074"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E315D-B6FC-B818-FEB4-443B81A8A44A}"/>
              </a:ext>
            </a:extLst>
          </p:cNvPr>
          <p:cNvSpPr>
            <a:spLocks noGrp="1"/>
          </p:cNvSpPr>
          <p:nvPr>
            <p:ph type="title"/>
          </p:nvPr>
        </p:nvSpPr>
        <p:spPr/>
        <p:txBody>
          <a:bodyPr/>
          <a:lstStyle/>
          <a:p>
            <a:r>
              <a:rPr lang="en-US" dirty="0"/>
              <a:t>Lessons learned</a:t>
            </a:r>
          </a:p>
        </p:txBody>
      </p:sp>
      <p:sp>
        <p:nvSpPr>
          <p:cNvPr id="3" name="Content Placeholder 2">
            <a:extLst>
              <a:ext uri="{FF2B5EF4-FFF2-40B4-BE49-F238E27FC236}">
                <a16:creationId xmlns:a16="http://schemas.microsoft.com/office/drawing/2014/main" id="{647EDB4C-DD00-E709-C726-C833C0FE771C}"/>
              </a:ext>
            </a:extLst>
          </p:cNvPr>
          <p:cNvSpPr>
            <a:spLocks noGrp="1"/>
          </p:cNvSpPr>
          <p:nvPr>
            <p:ph idx="1"/>
          </p:nvPr>
        </p:nvSpPr>
        <p:spPr>
          <a:xfrm>
            <a:off x="713225" y="1152475"/>
            <a:ext cx="5343195" cy="3416400"/>
          </a:xfrm>
        </p:spPr>
        <p:txBody>
          <a:bodyPr>
            <a:normAutofit/>
          </a:bodyPr>
          <a:lstStyle/>
          <a:p>
            <a:r>
              <a:rPr lang="en-US" dirty="0"/>
              <a:t>Gained extensive experience in using Python for data analysis in both Jupyter &amp; Google Collab. </a:t>
            </a:r>
          </a:p>
          <a:p>
            <a:r>
              <a:rPr lang="en-US" dirty="0"/>
              <a:t>Developed a skill of utilizing Generative AI assistance in applying Data Analysis.</a:t>
            </a:r>
          </a:p>
          <a:p>
            <a:r>
              <a:rPr lang="en-US" dirty="0"/>
              <a:t>Applied Data Analysis steps (i.e. Collecting, Analyzing, Cleaning/ Preprocessing, Visualizing, etc...)</a:t>
            </a:r>
          </a:p>
          <a:p>
            <a:r>
              <a:rPr lang="en-US" dirty="0"/>
              <a:t>Time Series Analysis &amp; Prediction through ARIMA, SARIMA, and Prophet techniques.- Sentiment Analysis to analyze emotional tone from qualitative data.</a:t>
            </a:r>
          </a:p>
          <a:p>
            <a:r>
              <a:rPr lang="en-US" dirty="0"/>
              <a:t>Utilization of multiple datasets in one project to connect the dots.</a:t>
            </a:r>
          </a:p>
        </p:txBody>
      </p:sp>
      <p:grpSp>
        <p:nvGrpSpPr>
          <p:cNvPr id="4" name="Google Shape;452;p49">
            <a:extLst>
              <a:ext uri="{FF2B5EF4-FFF2-40B4-BE49-F238E27FC236}">
                <a16:creationId xmlns:a16="http://schemas.microsoft.com/office/drawing/2014/main" id="{0A9C54A7-A960-242F-9C25-778BD44AEC4F}"/>
              </a:ext>
            </a:extLst>
          </p:cNvPr>
          <p:cNvGrpSpPr/>
          <p:nvPr/>
        </p:nvGrpSpPr>
        <p:grpSpPr>
          <a:xfrm>
            <a:off x="6230275" y="-21400"/>
            <a:ext cx="2913600" cy="5164850"/>
            <a:chOff x="6230275" y="-21400"/>
            <a:chExt cx="2913600" cy="5164850"/>
          </a:xfrm>
        </p:grpSpPr>
        <p:sp>
          <p:nvSpPr>
            <p:cNvPr id="5" name="Google Shape;453;p49">
              <a:extLst>
                <a:ext uri="{FF2B5EF4-FFF2-40B4-BE49-F238E27FC236}">
                  <a16:creationId xmlns:a16="http://schemas.microsoft.com/office/drawing/2014/main" id="{97229B54-0BC5-9185-656A-2E12C51F1670}"/>
                </a:ext>
              </a:extLst>
            </p:cNvPr>
            <p:cNvSpPr/>
            <p:nvPr/>
          </p:nvSpPr>
          <p:spPr>
            <a:xfrm>
              <a:off x="6230275" y="-21400"/>
              <a:ext cx="2913600" cy="1754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454;p49">
              <a:extLst>
                <a:ext uri="{FF2B5EF4-FFF2-40B4-BE49-F238E27FC236}">
                  <a16:creationId xmlns:a16="http://schemas.microsoft.com/office/drawing/2014/main" id="{3353262D-DF7A-83D2-47BF-38F398992274}"/>
                </a:ext>
              </a:extLst>
            </p:cNvPr>
            <p:cNvSpPr/>
            <p:nvPr/>
          </p:nvSpPr>
          <p:spPr>
            <a:xfrm>
              <a:off x="6230275" y="1733350"/>
              <a:ext cx="2913600" cy="3410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 name="Google Shape;455;p49">
            <a:extLst>
              <a:ext uri="{FF2B5EF4-FFF2-40B4-BE49-F238E27FC236}">
                <a16:creationId xmlns:a16="http://schemas.microsoft.com/office/drawing/2014/main" id="{E38785CF-B6F6-FE43-EFCA-9003F2887B1A}"/>
              </a:ext>
            </a:extLst>
          </p:cNvPr>
          <p:cNvGrpSpPr/>
          <p:nvPr/>
        </p:nvGrpSpPr>
        <p:grpSpPr>
          <a:xfrm>
            <a:off x="5394854" y="84335"/>
            <a:ext cx="3594609" cy="4742283"/>
            <a:chOff x="5394854" y="84335"/>
            <a:chExt cx="3594609" cy="4742283"/>
          </a:xfrm>
        </p:grpSpPr>
        <p:pic>
          <p:nvPicPr>
            <p:cNvPr id="8" name="Google Shape;456;p49">
              <a:extLst>
                <a:ext uri="{FF2B5EF4-FFF2-40B4-BE49-F238E27FC236}">
                  <a16:creationId xmlns:a16="http://schemas.microsoft.com/office/drawing/2014/main" id="{157CE1F4-2A04-9EA5-7DDC-52C4F6067164}"/>
                </a:ext>
              </a:extLst>
            </p:cNvPr>
            <p:cNvPicPr preferRelativeResize="0"/>
            <p:nvPr/>
          </p:nvPicPr>
          <p:blipFill>
            <a:blip r:embed="rId2">
              <a:alphaModFix/>
            </a:blip>
            <a:stretch>
              <a:fillRect/>
            </a:stretch>
          </p:blipFill>
          <p:spPr>
            <a:xfrm rot="-10575549">
              <a:off x="6973459" y="3012874"/>
              <a:ext cx="1865311" cy="1754764"/>
            </a:xfrm>
            <a:prstGeom prst="rect">
              <a:avLst/>
            </a:prstGeom>
            <a:noFill/>
            <a:ln>
              <a:noFill/>
            </a:ln>
            <a:effectLst>
              <a:outerShdw blurRad="57150" dist="19050" dir="5400000" algn="bl" rotWithShape="0">
                <a:schemeClr val="dk1">
                  <a:alpha val="50000"/>
                </a:schemeClr>
              </a:outerShdw>
            </a:effectLst>
          </p:spPr>
        </p:pic>
        <p:pic>
          <p:nvPicPr>
            <p:cNvPr id="9" name="Google Shape;457;p49">
              <a:extLst>
                <a:ext uri="{FF2B5EF4-FFF2-40B4-BE49-F238E27FC236}">
                  <a16:creationId xmlns:a16="http://schemas.microsoft.com/office/drawing/2014/main" id="{3E29CEE1-86C1-915D-0938-8561A9587171}"/>
                </a:ext>
              </a:extLst>
            </p:cNvPr>
            <p:cNvPicPr preferRelativeResize="0"/>
            <p:nvPr/>
          </p:nvPicPr>
          <p:blipFill>
            <a:blip r:embed="rId3">
              <a:alphaModFix/>
            </a:blip>
            <a:stretch>
              <a:fillRect/>
            </a:stretch>
          </p:blipFill>
          <p:spPr>
            <a:xfrm rot="-1864086">
              <a:off x="7575615" y="225622"/>
              <a:ext cx="1035326" cy="1754768"/>
            </a:xfrm>
            <a:prstGeom prst="rect">
              <a:avLst/>
            </a:prstGeom>
            <a:noFill/>
            <a:ln>
              <a:noFill/>
            </a:ln>
            <a:effectLst>
              <a:outerShdw blurRad="57150" dist="19050" dir="5400000" algn="bl" rotWithShape="0">
                <a:schemeClr val="dk1">
                  <a:alpha val="50000"/>
                </a:schemeClr>
              </a:outerShdw>
            </a:effectLst>
          </p:spPr>
        </p:pic>
        <p:pic>
          <p:nvPicPr>
            <p:cNvPr id="10" name="Google Shape;458;p49">
              <a:extLst>
                <a:ext uri="{FF2B5EF4-FFF2-40B4-BE49-F238E27FC236}">
                  <a16:creationId xmlns:a16="http://schemas.microsoft.com/office/drawing/2014/main" id="{9D1E4365-EAAC-7F20-F721-E032E3753A44}"/>
                </a:ext>
              </a:extLst>
            </p:cNvPr>
            <p:cNvPicPr preferRelativeResize="0"/>
            <p:nvPr/>
          </p:nvPicPr>
          <p:blipFill>
            <a:blip r:embed="rId4">
              <a:alphaModFix/>
            </a:blip>
            <a:stretch>
              <a:fillRect/>
            </a:stretch>
          </p:blipFill>
          <p:spPr>
            <a:xfrm rot="-1468978">
              <a:off x="5692464" y="1441674"/>
              <a:ext cx="1467972" cy="1754764"/>
            </a:xfrm>
            <a:prstGeom prst="rect">
              <a:avLst/>
            </a:prstGeom>
            <a:noFill/>
            <a:ln>
              <a:noFill/>
            </a:ln>
            <a:effectLst>
              <a:outerShdw blurRad="57150" dist="19050" dir="5400000" algn="bl" rotWithShape="0">
                <a:schemeClr val="dk1">
                  <a:alpha val="50000"/>
                </a:schemeClr>
              </a:outerShdw>
            </a:effectLst>
          </p:spPr>
        </p:pic>
        <p:pic>
          <p:nvPicPr>
            <p:cNvPr id="11" name="Google Shape;459;p49">
              <a:extLst>
                <a:ext uri="{FF2B5EF4-FFF2-40B4-BE49-F238E27FC236}">
                  <a16:creationId xmlns:a16="http://schemas.microsoft.com/office/drawing/2014/main" id="{9E610FF1-9BB1-9354-509D-0AD386604289}"/>
                </a:ext>
              </a:extLst>
            </p:cNvPr>
            <p:cNvPicPr preferRelativeResize="0"/>
            <p:nvPr/>
          </p:nvPicPr>
          <p:blipFill>
            <a:blip r:embed="rId5">
              <a:alphaModFix/>
            </a:blip>
            <a:stretch>
              <a:fillRect/>
            </a:stretch>
          </p:blipFill>
          <p:spPr>
            <a:xfrm rot="4212119">
              <a:off x="8130777" y="2443638"/>
              <a:ext cx="490873" cy="554426"/>
            </a:xfrm>
            <a:prstGeom prst="rect">
              <a:avLst/>
            </a:prstGeom>
            <a:noFill/>
            <a:ln>
              <a:noFill/>
            </a:ln>
            <a:effectLst>
              <a:outerShdw blurRad="57150" dist="19050" dir="5400000" algn="bl" rotWithShape="0">
                <a:schemeClr val="dk1">
                  <a:alpha val="50000"/>
                </a:schemeClr>
              </a:outerShdw>
            </a:effectLst>
          </p:spPr>
        </p:pic>
        <p:pic>
          <p:nvPicPr>
            <p:cNvPr id="12" name="Google Shape;460;p49">
              <a:extLst>
                <a:ext uri="{FF2B5EF4-FFF2-40B4-BE49-F238E27FC236}">
                  <a16:creationId xmlns:a16="http://schemas.microsoft.com/office/drawing/2014/main" id="{00011E54-647F-A37D-FBCB-0895CA806B91}"/>
                </a:ext>
              </a:extLst>
            </p:cNvPr>
            <p:cNvPicPr preferRelativeResize="0"/>
            <p:nvPr/>
          </p:nvPicPr>
          <p:blipFill>
            <a:blip r:embed="rId6">
              <a:alphaModFix/>
            </a:blip>
            <a:stretch>
              <a:fillRect/>
            </a:stretch>
          </p:blipFill>
          <p:spPr>
            <a:xfrm>
              <a:off x="6550875" y="4231249"/>
              <a:ext cx="469561" cy="475800"/>
            </a:xfrm>
            <a:prstGeom prst="rect">
              <a:avLst/>
            </a:prstGeom>
            <a:noFill/>
            <a:ln>
              <a:noFill/>
            </a:ln>
            <a:effectLst>
              <a:outerShdw blurRad="57150" dist="19050" dir="5400000" algn="bl" rotWithShape="0">
                <a:schemeClr val="dk1">
                  <a:alpha val="50000"/>
                </a:schemeClr>
              </a:outerShdw>
            </a:effectLst>
          </p:spPr>
        </p:pic>
        <p:pic>
          <p:nvPicPr>
            <p:cNvPr id="13" name="Google Shape;461;p49">
              <a:extLst>
                <a:ext uri="{FF2B5EF4-FFF2-40B4-BE49-F238E27FC236}">
                  <a16:creationId xmlns:a16="http://schemas.microsoft.com/office/drawing/2014/main" id="{2254CC1C-B01E-C243-DAE5-091EF04D4C1C}"/>
                </a:ext>
              </a:extLst>
            </p:cNvPr>
            <p:cNvPicPr preferRelativeResize="0"/>
            <p:nvPr/>
          </p:nvPicPr>
          <p:blipFill>
            <a:blip r:embed="rId6">
              <a:alphaModFix/>
            </a:blip>
            <a:stretch>
              <a:fillRect/>
            </a:stretch>
          </p:blipFill>
          <p:spPr>
            <a:xfrm>
              <a:off x="6766400" y="380674"/>
              <a:ext cx="469561" cy="475800"/>
            </a:xfrm>
            <a:prstGeom prst="rect">
              <a:avLst/>
            </a:prstGeom>
            <a:noFill/>
            <a:ln>
              <a:noFill/>
            </a:ln>
            <a:effectLst>
              <a:outerShdw blurRad="57150" dist="19050" dir="5400000" algn="bl" rotWithShape="0">
                <a:schemeClr val="dk1">
                  <a:alpha val="50000"/>
                </a:schemeClr>
              </a:outerShdw>
            </a:effectLst>
          </p:spPr>
        </p:pic>
        <p:pic>
          <p:nvPicPr>
            <p:cNvPr id="14" name="Google Shape;462;p49">
              <a:extLst>
                <a:ext uri="{FF2B5EF4-FFF2-40B4-BE49-F238E27FC236}">
                  <a16:creationId xmlns:a16="http://schemas.microsoft.com/office/drawing/2014/main" id="{7D7DAD81-6698-3E73-94D9-18ADB084FBB0}"/>
                </a:ext>
              </a:extLst>
            </p:cNvPr>
            <p:cNvPicPr preferRelativeResize="0"/>
            <p:nvPr/>
          </p:nvPicPr>
          <p:blipFill>
            <a:blip r:embed="rId5">
              <a:alphaModFix/>
            </a:blip>
            <a:stretch>
              <a:fillRect/>
            </a:stretch>
          </p:blipFill>
          <p:spPr>
            <a:xfrm rot="854140">
              <a:off x="7072102" y="1908363"/>
              <a:ext cx="490872" cy="554426"/>
            </a:xfrm>
            <a:prstGeom prst="rect">
              <a:avLst/>
            </a:prstGeom>
            <a:noFill/>
            <a:ln>
              <a:noFill/>
            </a:ln>
            <a:effectLst>
              <a:outerShdw blurRad="57150" dist="19050" dir="5400000" algn="bl" rotWithShape="0">
                <a:schemeClr val="dk1">
                  <a:alpha val="50000"/>
                </a:schemeClr>
              </a:outerShdw>
            </a:effectLst>
          </p:spPr>
        </p:pic>
      </p:grpSp>
    </p:spTree>
    <p:extLst>
      <p:ext uri="{BB962C8B-B14F-4D97-AF65-F5344CB8AC3E}">
        <p14:creationId xmlns:p14="http://schemas.microsoft.com/office/powerpoint/2010/main" val="33269512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71"/>
          <p:cNvSpPr txBox="1">
            <a:spLocks noGrp="1"/>
          </p:cNvSpPr>
          <p:nvPr>
            <p:ph type="title"/>
          </p:nvPr>
        </p:nvSpPr>
        <p:spPr>
          <a:xfrm>
            <a:off x="713263" y="717388"/>
            <a:ext cx="44481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a:t>
            </a:r>
            <a:endParaRPr/>
          </a:p>
        </p:txBody>
      </p:sp>
      <p:sp>
        <p:nvSpPr>
          <p:cNvPr id="918" name="Google Shape;918;p71"/>
          <p:cNvSpPr txBox="1">
            <a:spLocks noGrp="1"/>
          </p:cNvSpPr>
          <p:nvPr>
            <p:ph type="subTitle" idx="1"/>
          </p:nvPr>
        </p:nvSpPr>
        <p:spPr>
          <a:xfrm>
            <a:off x="713225" y="1728912"/>
            <a:ext cx="4448100" cy="1058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dirty="0"/>
              <a:t>Do you have any questions?</a:t>
            </a:r>
            <a:endParaRPr b="1" dirty="0"/>
          </a:p>
          <a:p>
            <a:pPr marL="0" lvl="0" indent="0" algn="l" rtl="0">
              <a:spcBef>
                <a:spcPts val="0"/>
              </a:spcBef>
              <a:spcAft>
                <a:spcPts val="0"/>
              </a:spcAft>
              <a:buNone/>
            </a:pPr>
            <a:endParaRPr dirty="0"/>
          </a:p>
        </p:txBody>
      </p:sp>
      <p:grpSp>
        <p:nvGrpSpPr>
          <p:cNvPr id="934" name="Google Shape;934;p71"/>
          <p:cNvGrpSpPr/>
          <p:nvPr/>
        </p:nvGrpSpPr>
        <p:grpSpPr>
          <a:xfrm>
            <a:off x="5864900" y="-21400"/>
            <a:ext cx="3279000" cy="5164850"/>
            <a:chOff x="5864900" y="-21400"/>
            <a:chExt cx="3279000" cy="5164850"/>
          </a:xfrm>
        </p:grpSpPr>
        <p:sp>
          <p:nvSpPr>
            <p:cNvPr id="935" name="Google Shape;935;p71"/>
            <p:cNvSpPr/>
            <p:nvPr/>
          </p:nvSpPr>
          <p:spPr>
            <a:xfrm>
              <a:off x="5864900" y="-21400"/>
              <a:ext cx="3279000" cy="1754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71"/>
            <p:cNvSpPr/>
            <p:nvPr/>
          </p:nvSpPr>
          <p:spPr>
            <a:xfrm>
              <a:off x="5864900" y="1733350"/>
              <a:ext cx="3279000" cy="3410100"/>
            </a:xfrm>
            <a:prstGeom prst="rect">
              <a:avLst/>
            </a:prstGeom>
            <a:solidFill>
              <a:schemeClr val="l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7" name="Google Shape;937;p71"/>
          <p:cNvGrpSpPr/>
          <p:nvPr/>
        </p:nvGrpSpPr>
        <p:grpSpPr>
          <a:xfrm>
            <a:off x="5000799" y="177074"/>
            <a:ext cx="3837590" cy="4575677"/>
            <a:chOff x="5000799" y="177074"/>
            <a:chExt cx="3837590" cy="4575677"/>
          </a:xfrm>
        </p:grpSpPr>
        <p:pic>
          <p:nvPicPr>
            <p:cNvPr id="938" name="Google Shape;938;p71"/>
            <p:cNvPicPr preferRelativeResize="0"/>
            <p:nvPr/>
          </p:nvPicPr>
          <p:blipFill>
            <a:blip r:embed="rId3">
              <a:alphaModFix/>
            </a:blip>
            <a:stretch>
              <a:fillRect/>
            </a:stretch>
          </p:blipFill>
          <p:spPr>
            <a:xfrm rot="-7305357">
              <a:off x="5548525" y="2729885"/>
              <a:ext cx="1732200" cy="1685681"/>
            </a:xfrm>
            <a:prstGeom prst="rect">
              <a:avLst/>
            </a:prstGeom>
            <a:noFill/>
            <a:ln>
              <a:noFill/>
            </a:ln>
            <a:effectLst>
              <a:outerShdw blurRad="57150" dist="19050" dir="5400000" algn="bl" rotWithShape="0">
                <a:schemeClr val="dk1">
                  <a:alpha val="50000"/>
                </a:schemeClr>
              </a:outerShdw>
            </a:effectLst>
          </p:spPr>
        </p:pic>
        <p:pic>
          <p:nvPicPr>
            <p:cNvPr id="939" name="Google Shape;939;p71"/>
            <p:cNvPicPr preferRelativeResize="0"/>
            <p:nvPr/>
          </p:nvPicPr>
          <p:blipFill>
            <a:blip r:embed="rId4">
              <a:alphaModFix/>
            </a:blip>
            <a:stretch>
              <a:fillRect/>
            </a:stretch>
          </p:blipFill>
          <p:spPr>
            <a:xfrm>
              <a:off x="8353288" y="3242963"/>
              <a:ext cx="346050" cy="390851"/>
            </a:xfrm>
            <a:prstGeom prst="rect">
              <a:avLst/>
            </a:prstGeom>
            <a:noFill/>
            <a:ln>
              <a:noFill/>
            </a:ln>
            <a:effectLst>
              <a:outerShdw blurRad="57150" dist="19050" dir="5400000" algn="bl" rotWithShape="0">
                <a:schemeClr val="dk1">
                  <a:alpha val="50000"/>
                </a:schemeClr>
              </a:outerShdw>
            </a:effectLst>
          </p:spPr>
        </p:pic>
        <p:pic>
          <p:nvPicPr>
            <p:cNvPr id="940" name="Google Shape;940;p71"/>
            <p:cNvPicPr preferRelativeResize="0"/>
            <p:nvPr/>
          </p:nvPicPr>
          <p:blipFill>
            <a:blip r:embed="rId5">
              <a:alphaModFix/>
            </a:blip>
            <a:stretch>
              <a:fillRect/>
            </a:stretch>
          </p:blipFill>
          <p:spPr>
            <a:xfrm>
              <a:off x="7722252" y="2771975"/>
              <a:ext cx="301950" cy="305950"/>
            </a:xfrm>
            <a:prstGeom prst="rect">
              <a:avLst/>
            </a:prstGeom>
            <a:noFill/>
            <a:ln>
              <a:noFill/>
            </a:ln>
            <a:effectLst>
              <a:outerShdw blurRad="57150" dist="19050" dir="5400000" algn="bl" rotWithShape="0">
                <a:schemeClr val="dk1">
                  <a:alpha val="50000"/>
                </a:schemeClr>
              </a:outerShdw>
            </a:effectLst>
          </p:spPr>
        </p:pic>
        <p:pic>
          <p:nvPicPr>
            <p:cNvPr id="941" name="Google Shape;941;p71"/>
            <p:cNvPicPr preferRelativeResize="0"/>
            <p:nvPr/>
          </p:nvPicPr>
          <p:blipFill>
            <a:blip r:embed="rId6">
              <a:alphaModFix/>
            </a:blip>
            <a:stretch>
              <a:fillRect/>
            </a:stretch>
          </p:blipFill>
          <p:spPr>
            <a:xfrm>
              <a:off x="6962850" y="1050450"/>
              <a:ext cx="1649500" cy="1287499"/>
            </a:xfrm>
            <a:prstGeom prst="rect">
              <a:avLst/>
            </a:prstGeom>
            <a:noFill/>
            <a:ln>
              <a:noFill/>
            </a:ln>
            <a:effectLst>
              <a:outerShdw blurRad="57150" dist="19050" dir="5400000" algn="bl" rotWithShape="0">
                <a:schemeClr val="dk1">
                  <a:alpha val="50000"/>
                </a:schemeClr>
              </a:outerShdw>
            </a:effectLst>
          </p:spPr>
        </p:pic>
        <p:pic>
          <p:nvPicPr>
            <p:cNvPr id="942" name="Google Shape;942;p71"/>
            <p:cNvPicPr preferRelativeResize="0"/>
            <p:nvPr/>
          </p:nvPicPr>
          <p:blipFill>
            <a:blip r:embed="rId7">
              <a:alphaModFix/>
            </a:blip>
            <a:stretch>
              <a:fillRect/>
            </a:stretch>
          </p:blipFill>
          <p:spPr>
            <a:xfrm rot="1987307">
              <a:off x="5276491" y="500295"/>
              <a:ext cx="1626991" cy="1492908"/>
            </a:xfrm>
            <a:prstGeom prst="rect">
              <a:avLst/>
            </a:prstGeom>
            <a:noFill/>
            <a:ln>
              <a:noFill/>
            </a:ln>
            <a:effectLst>
              <a:outerShdw blurRad="57150" dist="19050" dir="5400000" algn="bl" rotWithShape="0">
                <a:schemeClr val="dk1">
                  <a:alpha val="50000"/>
                </a:schemeClr>
              </a:outerShdw>
            </a:effectLst>
          </p:spPr>
        </p:pic>
        <p:pic>
          <p:nvPicPr>
            <p:cNvPr id="943" name="Google Shape;943;p71"/>
            <p:cNvPicPr preferRelativeResize="0"/>
            <p:nvPr/>
          </p:nvPicPr>
          <p:blipFill>
            <a:blip r:embed="rId5">
              <a:alphaModFix/>
            </a:blip>
            <a:stretch>
              <a:fillRect/>
            </a:stretch>
          </p:blipFill>
          <p:spPr>
            <a:xfrm>
              <a:off x="8492714" y="4267587"/>
              <a:ext cx="345675" cy="350276"/>
            </a:xfrm>
            <a:prstGeom prst="rect">
              <a:avLst/>
            </a:prstGeom>
            <a:noFill/>
            <a:ln>
              <a:noFill/>
            </a:ln>
            <a:effectLst>
              <a:outerShdw blurRad="57150" dist="19050" dir="5400000" algn="bl" rotWithShape="0">
                <a:schemeClr val="dk1">
                  <a:alpha val="50000"/>
                </a:schemeClr>
              </a:outerShdw>
            </a:effectLst>
          </p:spPr>
        </p:pic>
        <p:pic>
          <p:nvPicPr>
            <p:cNvPr id="944" name="Google Shape;944;p71"/>
            <p:cNvPicPr preferRelativeResize="0"/>
            <p:nvPr/>
          </p:nvPicPr>
          <p:blipFill>
            <a:blip r:embed="rId4">
              <a:alphaModFix/>
            </a:blip>
            <a:stretch>
              <a:fillRect/>
            </a:stretch>
          </p:blipFill>
          <p:spPr>
            <a:xfrm rot="4380319">
              <a:off x="7562174" y="4253205"/>
              <a:ext cx="335577" cy="379040"/>
            </a:xfrm>
            <a:prstGeom prst="rect">
              <a:avLst/>
            </a:prstGeom>
            <a:noFill/>
            <a:ln>
              <a:noFill/>
            </a:ln>
            <a:effectLst>
              <a:outerShdw blurRad="57150" dist="19050" dir="5400000" algn="bl" rotWithShape="0">
                <a:schemeClr val="dk1">
                  <a:alpha val="50000"/>
                </a:schemeClr>
              </a:outerShdw>
            </a:effectLst>
          </p:spPr>
        </p:pic>
      </p:grpSp>
    </p:spTree>
  </p:cSld>
  <p:clrMapOvr>
    <a:masterClrMapping/>
  </p:clrMapOvr>
</p:sld>
</file>

<file path=ppt/theme/theme1.xml><?xml version="1.0" encoding="utf-8"?>
<a:theme xmlns:a="http://schemas.openxmlformats.org/drawingml/2006/main" name="Pharmacology - Bachelor of Science in Nursing by Slidesgo">
  <a:themeElements>
    <a:clrScheme name="Simple Light">
      <a:dk1>
        <a:srgbClr val="333333"/>
      </a:dk1>
      <a:lt1>
        <a:srgbClr val="EFEFEF"/>
      </a:lt1>
      <a:dk2>
        <a:srgbClr val="1381A2"/>
      </a:dk2>
      <a:lt2>
        <a:srgbClr val="8BCFE4"/>
      </a:lt2>
      <a:accent1>
        <a:srgbClr val="D6E7EC"/>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664</TotalTime>
  <Words>563</Words>
  <Application>Microsoft Macintosh PowerPoint</Application>
  <PresentationFormat>On-screen Show (16:9)</PresentationFormat>
  <Paragraphs>95</Paragraphs>
  <Slides>30</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Montserrat</vt:lpstr>
      <vt:lpstr>Nunito Light</vt:lpstr>
      <vt:lpstr>Pharmacology - Bachelor of Science in Nursing by Slidesgo</vt:lpstr>
      <vt:lpstr>Predicting Prescription Drug Shortages (Healthcare Industry) Case Study: “Ozempic Shortage”  Statistical Foundations for Business Analytics OM-509 Final Project Presentation</vt:lpstr>
      <vt:lpstr>Introduction</vt:lpstr>
      <vt:lpstr>What Are Drug Shortages?</vt:lpstr>
      <vt:lpstr>Causes of shortages and their impact</vt:lpstr>
      <vt:lpstr>The Ozempic Shortage: A Growing Healthcare Challenge"</vt:lpstr>
      <vt:lpstr>—Anonymous</vt:lpstr>
      <vt:lpstr>The Ozempic trend: 2019-2023</vt:lpstr>
      <vt:lpstr>The organization</vt:lpstr>
      <vt:lpstr>Objectives</vt:lpstr>
      <vt:lpstr>PowerPoint Presentation</vt:lpstr>
      <vt:lpstr>Framework</vt:lpstr>
      <vt:lpstr>PowerPoint Presentation</vt:lpstr>
      <vt:lpstr>Data Description</vt:lpstr>
      <vt:lpstr>File 1: Prescription and Dispending of Medications</vt:lpstr>
      <vt:lpstr>File 2 : Shortage Medications</vt:lpstr>
      <vt:lpstr>File 3: Reviews Dataset</vt:lpstr>
      <vt:lpstr>Project Activity</vt:lpstr>
      <vt:lpstr>PowerPoint Presentation</vt:lpstr>
      <vt:lpstr>Model</vt:lpstr>
      <vt:lpstr>Seasonal Decomposition</vt:lpstr>
      <vt:lpstr>PowerPoint Presentation</vt:lpstr>
      <vt:lpstr>PowerPoint Presentation</vt:lpstr>
      <vt:lpstr>PowerPoint Presentation</vt:lpstr>
      <vt:lpstr>PowerPoint Presentation</vt:lpstr>
      <vt:lpstr>Evaluation Metrics</vt:lpstr>
      <vt:lpstr>Recommendations</vt:lpstr>
      <vt:lpstr>Recommendations</vt:lpstr>
      <vt:lpstr>Future work</vt:lpstr>
      <vt:lpstr>Lessons learned</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Pharmacology Bachelor of Science in Nursing</dc:title>
  <dc:creator>AHMED ABDULLAH H ALBAHHAR;AYASHA SAQUIB;Taghreed Al Qahtani;CHIGOZIE OBASI</dc:creator>
  <cp:lastModifiedBy>AYASHA SAQUIB</cp:lastModifiedBy>
  <cp:revision>59</cp:revision>
  <dcterms:modified xsi:type="dcterms:W3CDTF">2024-12-10T13:15:41Z</dcterms:modified>
</cp:coreProperties>
</file>